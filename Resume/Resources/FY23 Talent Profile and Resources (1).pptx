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7" r:id="rId2"/>
  </p:sldMasterIdLst>
  <p:notesMasterIdLst>
    <p:notesMasterId r:id="rId11"/>
  </p:notesMasterIdLst>
  <p:sldIdLst>
    <p:sldId id="2147470665" r:id="rId3"/>
    <p:sldId id="2147470062" r:id="rId4"/>
    <p:sldId id="2147470059" r:id="rId5"/>
    <p:sldId id="2147478062" r:id="rId6"/>
    <p:sldId id="2147470672" r:id="rId7"/>
    <p:sldId id="2147470662" r:id="rId8"/>
    <p:sldId id="2147470669" r:id="rId9"/>
    <p:sldId id="21474706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7" d="100"/>
          <a:sy n="107" d="100"/>
        </p:scale>
        <p:origin x="7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F0D791-3F45-4BAF-B3C2-9E46924EA185}" type="datetimeFigureOut">
              <a:rPr lang="en-US" smtClean="0"/>
              <a:t>9/19/2022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C5332-43A2-4091-A439-5857C897A71A}" type="slidenum">
              <a:rPr lang="en-US" smtClean="0"/>
              <a:t>‹#›</a:t>
            </a:fld>
            <a:endParaRPr lang="en-US"/>
          </a:p>
        </p:txBody>
      </p:sp>
    </p:spTree>
    <p:extLst>
      <p:ext uri="{BB962C8B-B14F-4D97-AF65-F5344CB8AC3E}">
        <p14:creationId xmlns:p14="http://schemas.microsoft.com/office/powerpoint/2010/main" val="2333831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p:cNvSpPr>
            <a:spLocks noGrp="1"/>
          </p:cNvSpPr>
          <p:nvPr>
            <p:ph type="sldNum" sz="quarter" idx="12"/>
          </p:nvPr>
        </p:nvSpPr>
        <p:spPr/>
        <p:txBody>
          <a:bodyPr/>
          <a:lstStyle/>
          <a:p>
            <a:pPr marL="0" marR="0" lvl="0" indent="0" algn="r" defTabSz="958206"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58206"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10" name="Date Placeholder 9"/>
          <p:cNvSpPr>
            <a:spLocks noGrp="1"/>
          </p:cNvSpPr>
          <p:nvPr>
            <p:ph type="dt" idx="13"/>
          </p:nvPr>
        </p:nvSpPr>
        <p:spPr/>
        <p:txBody>
          <a:bodyPr/>
          <a:lstStyle/>
          <a:p>
            <a:pPr marL="0" marR="0" lvl="0" indent="0" algn="r" defTabSz="958206" rtl="0" eaLnBrk="1" fontAlgn="auto" latinLnBrk="0" hangingPunct="1">
              <a:lnSpc>
                <a:spcPct val="100000"/>
              </a:lnSpc>
              <a:spcBef>
                <a:spcPts val="0"/>
              </a:spcBef>
              <a:spcAft>
                <a:spcPts val="0"/>
              </a:spcAft>
              <a:buClrTx/>
              <a:buSzTx/>
              <a:buFontTx/>
              <a:buNone/>
              <a:tabLst/>
              <a:defRPr/>
            </a:pPr>
            <a:fld id="{5A70A388-5CB4-42F2-85B9-1AE1F63398FA}" type="datetime8">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58206" rtl="0" eaLnBrk="1" fontAlgn="auto" latinLnBrk="0" hangingPunct="1">
                <a:lnSpc>
                  <a:spcPct val="100000"/>
                </a:lnSpc>
                <a:spcBef>
                  <a:spcPts val="0"/>
                </a:spcBef>
                <a:spcAft>
                  <a:spcPts val="0"/>
                </a:spcAft>
                <a:buClrTx/>
                <a:buSzTx/>
                <a:buFontTx/>
                <a:buNone/>
                <a:tabLst/>
                <a:defRPr/>
              </a:pPr>
              <a:t>9/19/2022 1:19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12" name="Header Placeholder 11"/>
          <p:cNvSpPr>
            <a:spLocks noGrp="1"/>
          </p:cNvSpPr>
          <p:nvPr>
            <p:ph type="hdr" sz="quarter" idx="15"/>
          </p:nvPr>
        </p:nvSpPr>
        <p:spPr/>
        <p:txBody>
          <a:bodyPr/>
          <a:lstStyle/>
          <a:p>
            <a:pPr marL="0" marR="0" lvl="0" indent="0" algn="l" defTabSz="95820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6"/>
          </p:nvPr>
        </p:nvSpPr>
        <p:spPr/>
        <p:txBody>
          <a:bodyPr/>
          <a:lstStyle/>
          <a:p>
            <a:pPr marL="587102" marR="0" lvl="0" indent="0" algn="l" defTabSz="93905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4209566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0F0A1-BE6C-4202-97C0-7DBAA15DC65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89925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hoto_Option">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l="2944" t="1853" r="1090"/>
          <a:stretch/>
        </p:blipFill>
        <p:spPr>
          <a:xfrm flipH="1">
            <a:off x="0" y="2"/>
            <a:ext cx="12190264" cy="6857996"/>
          </a:xfrm>
          <a:prstGeom prst="rect">
            <a:avLst/>
          </a:prstGeom>
        </p:spPr>
      </p:pic>
      <p:sp>
        <p:nvSpPr>
          <p:cNvPr id="2" name="Rectangle 1"/>
          <p:cNvSpPr/>
          <p:nvPr userDrawn="1"/>
        </p:nvSpPr>
        <p:spPr bwMode="auto">
          <a:xfrm>
            <a:off x="269239" y="2077800"/>
            <a:ext cx="6274974" cy="3592580"/>
          </a:xfrm>
          <a:prstGeom prst="rect">
            <a:avLst/>
          </a:prstGeom>
          <a:solidFill>
            <a:srgbClr val="0078D7">
              <a:alpha val="9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auto">
          <a:xfrm>
            <a:off x="269302" y="2077814"/>
            <a:ext cx="6276530" cy="1793104"/>
          </a:xfrm>
          <a:noFill/>
        </p:spPr>
        <p:txBody>
          <a:bodyPr lIns="146304" tIns="91440" rIns="146304" bIns="91440" anchor="t" anchorCtr="0"/>
          <a:lstStyle>
            <a:lvl1pPr>
              <a:defRPr sz="5294" spc="-98" baseline="0">
                <a:gradFill>
                  <a:gsLst>
                    <a:gs pos="57576">
                      <a:srgbClr val="FFFFFF"/>
                    </a:gs>
                    <a:gs pos="35000">
                      <a:srgbClr val="FFFFFF"/>
                    </a:gs>
                  </a:gsLst>
                  <a:lin ang="5400000" scaled="0"/>
                </a:gradFill>
              </a:defRPr>
            </a:lvl1pPr>
          </a:lstStyle>
          <a:p>
            <a:r>
              <a:rPr lang="en-US"/>
              <a:t>Presentation title</a:t>
            </a:r>
          </a:p>
        </p:txBody>
      </p:sp>
      <p:sp>
        <p:nvSpPr>
          <p:cNvPr id="3" name="Text Placeholder 2"/>
          <p:cNvSpPr>
            <a:spLocks noGrp="1"/>
          </p:cNvSpPr>
          <p:nvPr>
            <p:ph type="body" sz="quarter" idx="14" hasCustomPrompt="1"/>
          </p:nvPr>
        </p:nvSpPr>
        <p:spPr bwMode="auto">
          <a:xfrm>
            <a:off x="267683" y="3877276"/>
            <a:ext cx="6276530" cy="1793104"/>
          </a:xfrm>
        </p:spPr>
        <p:txBody>
          <a:bodyPr tIns="109728" bIns="109728">
            <a:noAutofit/>
          </a:bodyPr>
          <a:lstStyle>
            <a:lvl1pPr marL="0" indent="0">
              <a:spcBef>
                <a:spcPts val="0"/>
              </a:spcBef>
              <a:buNone/>
              <a:defRPr sz="3137">
                <a:gradFill>
                  <a:gsLst>
                    <a:gs pos="57576">
                      <a:srgbClr val="FFFFFF"/>
                    </a:gs>
                    <a:gs pos="35000">
                      <a:srgbClr val="FFFFFF"/>
                    </a:gs>
                  </a:gsLst>
                  <a:lin ang="5400000" scaled="0"/>
                </a:gradFill>
              </a:defRPr>
            </a:lvl1pPr>
          </a:lstStyle>
          <a:p>
            <a:pPr lvl="0"/>
            <a:r>
              <a:rPr lang="en-US"/>
              <a:t>Speaker Name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invGray">
          <a:xfrm>
            <a:off x="448585" y="470067"/>
            <a:ext cx="1792850" cy="384107"/>
          </a:xfrm>
          <a:prstGeom prst="rect">
            <a:avLst/>
          </a:prstGeom>
        </p:spPr>
      </p:pic>
    </p:spTree>
    <p:extLst>
      <p:ext uri="{BB962C8B-B14F-4D97-AF65-F5344CB8AC3E}">
        <p14:creationId xmlns:p14="http://schemas.microsoft.com/office/powerpoint/2010/main" val="2515490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3">
            <a:lumMod val="50000"/>
          </a:schemeClr>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69302" y="2075840"/>
            <a:ext cx="8067760" cy="1793104"/>
          </a:xfrm>
          <a:noFill/>
        </p:spPr>
        <p:txBody>
          <a:bodyPr lIns="146304" tIns="91440" rIns="146304" bIns="91440" anchor="t" anchorCtr="0"/>
          <a:lstStyle>
            <a:lvl1pPr>
              <a:defRPr sz="5294" spc="-98" baseline="0">
                <a:solidFill>
                  <a:schemeClr val="bg1"/>
                </a:solidFill>
              </a:defRPr>
            </a:lvl1pPr>
          </a:lstStyle>
          <a:p>
            <a:r>
              <a:rPr lang="en-US"/>
              <a:t>Presentation title</a:t>
            </a:r>
          </a:p>
        </p:txBody>
      </p:sp>
      <p:pic>
        <p:nvPicPr>
          <p:cNvPr id="6" name="MS logo white - EMF" descr="Microsoft logo white text version">
            <a:extLst>
              <a:ext uri="{FF2B5EF4-FFF2-40B4-BE49-F238E27FC236}">
                <a16:creationId xmlns:a16="http://schemas.microsoft.com/office/drawing/2014/main" id="{20CE74EB-1471-4DBB-8A89-D4000DDB85C9}"/>
              </a:ext>
            </a:extLst>
          </p:cNvPr>
          <p:cNvPicPr>
            <a:picLocks noChangeAspect="1"/>
          </p:cNvPicPr>
          <p:nvPr userDrawn="1"/>
        </p:nvPicPr>
        <p:blipFill>
          <a:blip r:embed="rId2"/>
          <a:stretch>
            <a:fillRect/>
          </a:stretch>
        </p:blipFill>
        <p:spPr bwMode="black">
          <a:xfrm>
            <a:off x="355327" y="366420"/>
            <a:ext cx="1366245" cy="292608"/>
          </a:xfrm>
          <a:prstGeom prst="rect">
            <a:avLst/>
          </a:prstGeom>
        </p:spPr>
      </p:pic>
      <p:sp>
        <p:nvSpPr>
          <p:cNvPr id="19" name="TextBox 18">
            <a:extLst>
              <a:ext uri="{FF2B5EF4-FFF2-40B4-BE49-F238E27FC236}">
                <a16:creationId xmlns:a16="http://schemas.microsoft.com/office/drawing/2014/main" id="{1F76EFFF-82A5-4A71-A8C2-4ACF66C21F34}"/>
              </a:ext>
            </a:extLst>
          </p:cNvPr>
          <p:cNvSpPr txBox="1"/>
          <p:nvPr userDrawn="1"/>
        </p:nvSpPr>
        <p:spPr>
          <a:xfrm>
            <a:off x="4832589" y="6552460"/>
            <a:ext cx="2005036" cy="226326"/>
          </a:xfrm>
          <a:prstGeom prst="rect">
            <a:avLst/>
          </a:prstGeom>
          <a:noFill/>
        </p:spPr>
        <p:txBody>
          <a:bodyPr wrap="square">
            <a:spAutoFit/>
          </a:bodyPr>
          <a:lstStyle/>
          <a:p>
            <a:pPr marL="0" marR="0" lvl="0" indent="0" algn="l" defTabSz="931344" rtl="0" eaLnBrk="1" fontAlgn="auto" latinLnBrk="0" hangingPunct="1">
              <a:lnSpc>
                <a:spcPct val="100000"/>
              </a:lnSpc>
              <a:spcBef>
                <a:spcPts val="0"/>
              </a:spcBef>
              <a:spcAft>
                <a:spcPts val="0"/>
              </a:spcAft>
              <a:buClrTx/>
              <a:buSzTx/>
              <a:buFontTx/>
              <a:buNone/>
              <a:tabLst/>
              <a:defRPr/>
            </a:pPr>
            <a:r>
              <a:rPr kumimoji="0" lang="en-US" sz="882" b="0" i="0" u="none" strike="noStrike" kern="1200" cap="none" spc="0" normalizeH="0" baseline="0" noProof="0">
                <a:ln>
                  <a:noFill/>
                </a:ln>
                <a:solidFill>
                  <a:srgbClr val="FFFFFF"/>
                </a:solidFill>
                <a:effectLst/>
                <a:uLnTx/>
                <a:uFillTx/>
                <a:latin typeface="Segoe UI Light" panose="020B0502040204020203" pitchFamily="34" charset="0"/>
                <a:ea typeface="+mn-ea"/>
                <a:cs typeface="Segoe UI Light" panose="020B0502040204020203" pitchFamily="34" charset="0"/>
              </a:rPr>
              <a:t>Microsoft Highly Confidential</a:t>
            </a:r>
          </a:p>
        </p:txBody>
      </p:sp>
      <p:sp>
        <p:nvSpPr>
          <p:cNvPr id="21" name="TextBox 11">
            <a:extLst>
              <a:ext uri="{FF2B5EF4-FFF2-40B4-BE49-F238E27FC236}">
                <a16:creationId xmlns:a16="http://schemas.microsoft.com/office/drawing/2014/main" id="{385EA9F6-F650-462A-A91E-8C4CA89E8544}"/>
              </a:ext>
            </a:extLst>
          </p:cNvPr>
          <p:cNvSpPr txBox="1"/>
          <p:nvPr userDrawn="1"/>
        </p:nvSpPr>
        <p:spPr>
          <a:xfrm>
            <a:off x="6898350" y="6581190"/>
            <a:ext cx="1781731" cy="135796"/>
          </a:xfrm>
          <a:prstGeom prst="rect">
            <a:avLst/>
          </a:prstGeom>
          <a:noFill/>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31344">
              <a:defRPr/>
            </a:pPr>
            <a:fld id="{CD4536AC-60EE-476E-91E1-FB9A43EE99E9}" type="slidenum">
              <a:rPr lang="en-US" sz="882" smtClean="0">
                <a:solidFill>
                  <a:schemeClr val="bg1"/>
                </a:solidFill>
                <a:latin typeface="Segoe UI Light" panose="020B0502040204020203" pitchFamily="34" charset="0"/>
                <a:cs typeface="Segoe UI Light" panose="020B0502040204020203" pitchFamily="34" charset="0"/>
              </a:rPr>
              <a:pPr defTabSz="931344">
                <a:defRPr/>
              </a:pPr>
              <a:t>‹#›</a:t>
            </a:fld>
            <a:endParaRPr lang="en-US" sz="882">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5466238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1250">
                      <a:schemeClr val="tx2"/>
                    </a:gs>
                    <a:gs pos="99000">
                      <a:schemeClr val="tx2"/>
                    </a:gs>
                  </a:gsLst>
                  <a:lin ang="5400000" scaled="0"/>
                </a:gradFill>
              </a:defRPr>
            </a:lvl1pPr>
            <a:lvl2pPr marL="0" indent="0">
              <a:buFontTx/>
              <a:buNone/>
              <a:defRPr sz="1961"/>
            </a:lvl2pPr>
            <a:lvl3pPr marL="224097" indent="0">
              <a:buNone/>
              <a:defRPr/>
            </a:lvl3pPr>
            <a:lvl4pPr marL="448193" indent="0">
              <a:buNone/>
              <a:defRPr/>
            </a:lvl4pPr>
            <a:lvl5pPr marL="67229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087691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1"/>
            </a:lvl2pPr>
            <a:lvl3pPr marL="224097" indent="0">
              <a:buNone/>
              <a:defRPr/>
            </a:lvl3pPr>
            <a:lvl4pPr marL="448193" indent="0">
              <a:buNone/>
              <a:defRPr/>
            </a:lvl4pPr>
            <a:lvl5pPr marL="67229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057878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1985641"/>
          </a:xfrm>
        </p:spPr>
        <p:txBody>
          <a:bodyPr>
            <a:spAutoFit/>
          </a:bodyPr>
          <a:lstStyle>
            <a:lvl1pPr>
              <a:defRPr sz="3529">
                <a:gradFill>
                  <a:gsLst>
                    <a:gs pos="1250">
                      <a:schemeClr val="tx2"/>
                    </a:gs>
                    <a:gs pos="99000">
                      <a:schemeClr val="tx2"/>
                    </a:gs>
                  </a:gsLst>
                  <a:lin ang="5400000" scaled="0"/>
                </a:gra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8800946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1985641"/>
          </a:xfrm>
        </p:spPr>
        <p:txBody>
          <a:bodyPr>
            <a:spAutoFit/>
          </a:bodyPr>
          <a:lstStyle>
            <a:lvl1pPr>
              <a:defRPr sz="3529"/>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0426503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1" y="1189176"/>
            <a:ext cx="5378548" cy="1934697"/>
          </a:xfrm>
        </p:spPr>
        <p:txBody>
          <a:bodyPr wrap="square">
            <a:spAutoFit/>
          </a:bodyPr>
          <a:lstStyle>
            <a:lvl1pPr marL="0" indent="0">
              <a:spcBef>
                <a:spcPts val="1200"/>
              </a:spcBef>
              <a:buClr>
                <a:schemeClr val="tx1"/>
              </a:buClr>
              <a:buFont typeface="Wingdings" pitchFamily="2" charset="2"/>
              <a:buNone/>
              <a:defRPr sz="3529">
                <a:gradFill>
                  <a:gsLst>
                    <a:gs pos="1250">
                      <a:schemeClr val="tx2"/>
                    </a:gs>
                    <a:gs pos="99000">
                      <a:schemeClr val="tx2"/>
                    </a:gs>
                  </a:gsLst>
                  <a:lin ang="5400000" scaled="0"/>
                </a:gradFill>
              </a:defRPr>
            </a:lvl1pPr>
            <a:lvl2pPr marL="0" indent="0">
              <a:buNone/>
              <a:defRPr sz="1961"/>
            </a:lvl2pPr>
            <a:lvl3pPr marL="227209" indent="0">
              <a:buNone/>
              <a:tabLst/>
              <a:defRPr sz="1961"/>
            </a:lvl3pPr>
            <a:lvl4pPr marL="451306" indent="0">
              <a:buNone/>
              <a:defRPr/>
            </a:lvl4pPr>
            <a:lvl5pPr marL="67229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6"/>
            <a:ext cx="5378548" cy="1934697"/>
          </a:xfrm>
        </p:spPr>
        <p:txBody>
          <a:bodyPr wrap="square">
            <a:spAutoFit/>
          </a:bodyPr>
          <a:lstStyle>
            <a:lvl1pPr marL="0" indent="0">
              <a:spcBef>
                <a:spcPts val="1200"/>
              </a:spcBef>
              <a:buClr>
                <a:schemeClr val="tx1"/>
              </a:buClr>
              <a:buFont typeface="Wingdings" pitchFamily="2" charset="2"/>
              <a:buNone/>
              <a:defRPr sz="3529">
                <a:gradFill>
                  <a:gsLst>
                    <a:gs pos="1250">
                      <a:schemeClr val="tx2"/>
                    </a:gs>
                    <a:gs pos="99000">
                      <a:schemeClr val="tx2"/>
                    </a:gs>
                  </a:gsLst>
                  <a:lin ang="5400000" scaled="0"/>
                </a:gradFill>
              </a:defRPr>
            </a:lvl1pPr>
            <a:lvl2pPr marL="0" indent="0">
              <a:buNone/>
              <a:defRPr sz="1961"/>
            </a:lvl2pPr>
            <a:lvl3pPr marL="227209" indent="0">
              <a:buNone/>
              <a:tabLst/>
              <a:defRPr sz="1961"/>
            </a:lvl3pPr>
            <a:lvl4pPr marL="451306" indent="0">
              <a:buNone/>
              <a:defRPr/>
            </a:lvl4pPr>
            <a:lvl5pPr marL="67229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316396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1" y="1189176"/>
            <a:ext cx="5378548" cy="1934697"/>
          </a:xfrm>
        </p:spPr>
        <p:txBody>
          <a:bodyPr wrap="square">
            <a:spAutoFit/>
          </a:bodyPr>
          <a:lstStyle>
            <a:lvl1pPr marL="0" indent="0">
              <a:spcBef>
                <a:spcPts val="1200"/>
              </a:spcBef>
              <a:buClr>
                <a:schemeClr val="tx1"/>
              </a:buClr>
              <a:buFont typeface="Wingdings" pitchFamily="2" charset="2"/>
              <a:buNone/>
              <a:defRPr sz="3529"/>
            </a:lvl1pPr>
            <a:lvl2pPr marL="0" indent="0">
              <a:buNone/>
              <a:defRPr sz="1961"/>
            </a:lvl2pPr>
            <a:lvl3pPr marL="227209" indent="0">
              <a:buNone/>
              <a:tabLst/>
              <a:defRPr sz="1961"/>
            </a:lvl3pPr>
            <a:lvl4pPr marL="451306" indent="0">
              <a:buNone/>
              <a:defRPr/>
            </a:lvl4pPr>
            <a:lvl5pPr marL="67229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6"/>
            <a:ext cx="5378548" cy="1934697"/>
          </a:xfrm>
        </p:spPr>
        <p:txBody>
          <a:bodyPr wrap="square">
            <a:spAutoFit/>
          </a:bodyPr>
          <a:lstStyle>
            <a:lvl1pPr marL="0" indent="0">
              <a:spcBef>
                <a:spcPts val="1200"/>
              </a:spcBef>
              <a:buClr>
                <a:schemeClr val="tx1"/>
              </a:buClr>
              <a:buFont typeface="Wingdings" pitchFamily="2" charset="2"/>
              <a:buNone/>
              <a:defRPr sz="3529"/>
            </a:lvl1pPr>
            <a:lvl2pPr marL="0" indent="0">
              <a:buNone/>
              <a:defRPr sz="1961"/>
            </a:lvl2pPr>
            <a:lvl3pPr marL="227209" indent="0">
              <a:buNone/>
              <a:tabLst/>
              <a:defRPr sz="1961"/>
            </a:lvl3pPr>
            <a:lvl4pPr marL="451306" indent="0">
              <a:buNone/>
              <a:defRPr/>
            </a:lvl4pPr>
            <a:lvl5pPr marL="672290"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029219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1" y="1189176"/>
            <a:ext cx="5378548" cy="1946751"/>
          </a:xfrm>
        </p:spPr>
        <p:txBody>
          <a:bodyPr wrap="square">
            <a:spAutoFit/>
          </a:bodyPr>
          <a:lstStyle>
            <a:lvl1pPr marL="281677" indent="-281677">
              <a:spcBef>
                <a:spcPts val="1200"/>
              </a:spcBef>
              <a:buClr>
                <a:schemeClr val="tx2"/>
              </a:buClr>
              <a:buFont typeface="Arial" pitchFamily="34" charset="0"/>
              <a:buChar char="•"/>
              <a:defRPr sz="3137">
                <a:gradFill>
                  <a:gsLst>
                    <a:gs pos="1250">
                      <a:schemeClr val="tx2"/>
                    </a:gs>
                    <a:gs pos="99000">
                      <a:schemeClr val="tx2"/>
                    </a:gs>
                  </a:gsLst>
                  <a:lin ang="5400000" scaled="0"/>
                </a:gradFill>
              </a:defRPr>
            </a:lvl1pPr>
            <a:lvl2pPr marL="520702" indent="-228601">
              <a:defRPr sz="2353"/>
            </a:lvl2pPr>
            <a:lvl3pPr marL="685803" indent="-165101">
              <a:tabLst/>
              <a:defRPr sz="1961"/>
            </a:lvl3pPr>
            <a:lvl4pPr marL="863603" indent="-177801">
              <a:defRPr/>
            </a:lvl4pPr>
            <a:lvl5pPr marL="1028704" indent="-165101">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6"/>
            <a:ext cx="5378548" cy="1946751"/>
          </a:xfrm>
        </p:spPr>
        <p:txBody>
          <a:bodyPr wrap="square">
            <a:spAutoFit/>
          </a:bodyPr>
          <a:lstStyle>
            <a:lvl1pPr marL="281677" indent="-281677">
              <a:spcBef>
                <a:spcPts val="1200"/>
              </a:spcBef>
              <a:buClr>
                <a:schemeClr val="tx2"/>
              </a:buClr>
              <a:buFont typeface="Arial" pitchFamily="34" charset="0"/>
              <a:buChar char="•"/>
              <a:defRPr sz="3137">
                <a:gradFill>
                  <a:gsLst>
                    <a:gs pos="1250">
                      <a:schemeClr val="tx2"/>
                    </a:gs>
                    <a:gs pos="99000">
                      <a:schemeClr val="tx2"/>
                    </a:gs>
                  </a:gsLst>
                  <a:lin ang="5400000" scaled="0"/>
                </a:gradFill>
              </a:defRPr>
            </a:lvl1pPr>
            <a:lvl2pPr marL="520702" indent="-228601">
              <a:defRPr sz="2353"/>
            </a:lvl2pPr>
            <a:lvl3pPr marL="685803" indent="-165101">
              <a:tabLst/>
              <a:defRPr sz="1961"/>
            </a:lvl3pPr>
            <a:lvl4pPr marL="863603" indent="-177801">
              <a:defRPr/>
            </a:lvl4pPr>
            <a:lvl5pPr marL="1028704" indent="-165101">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77922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1" y="1189176"/>
            <a:ext cx="5378548" cy="1946751"/>
          </a:xfrm>
        </p:spPr>
        <p:txBody>
          <a:bodyPr wrap="square">
            <a:spAutoFit/>
          </a:bodyPr>
          <a:lstStyle>
            <a:lvl1pPr marL="281677" indent="-281677">
              <a:spcBef>
                <a:spcPts val="1200"/>
              </a:spcBef>
              <a:buClr>
                <a:schemeClr val="tx1"/>
              </a:buClr>
              <a:buFont typeface="Arial" pitchFamily="34" charset="0"/>
              <a:buChar char="•"/>
              <a:defRPr sz="3137"/>
            </a:lvl1pPr>
            <a:lvl2pPr marL="520702" indent="-228601">
              <a:defRPr sz="2353"/>
            </a:lvl2pPr>
            <a:lvl3pPr marL="685803" indent="-165101">
              <a:tabLst/>
              <a:defRPr sz="1961"/>
            </a:lvl3pPr>
            <a:lvl4pPr marL="863603" indent="-177801">
              <a:defRPr/>
            </a:lvl4pPr>
            <a:lvl5pPr marL="1028704" indent="-165101">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9176"/>
            <a:ext cx="5378548" cy="1946751"/>
          </a:xfrm>
        </p:spPr>
        <p:txBody>
          <a:bodyPr wrap="square">
            <a:spAutoFit/>
          </a:bodyPr>
          <a:lstStyle>
            <a:lvl1pPr marL="281677" indent="-281677">
              <a:spcBef>
                <a:spcPts val="1200"/>
              </a:spcBef>
              <a:buClr>
                <a:schemeClr val="tx1"/>
              </a:buClr>
              <a:buFont typeface="Arial" pitchFamily="34" charset="0"/>
              <a:buChar char="•"/>
              <a:defRPr sz="3137"/>
            </a:lvl1pPr>
            <a:lvl2pPr marL="520702" indent="-228601">
              <a:defRPr sz="2353"/>
            </a:lvl2pPr>
            <a:lvl3pPr marL="685803" indent="-165101">
              <a:tabLst/>
              <a:defRPr sz="1961"/>
            </a:lvl3pPr>
            <a:lvl4pPr marL="863603" indent="-177801">
              <a:defRPr/>
            </a:lvl4pPr>
            <a:lvl5pPr marL="1028704" indent="-165101">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117617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66696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1186356"/>
            <a:ext cx="9859116" cy="2697988"/>
          </a:xfrm>
          <a:noFill/>
        </p:spPr>
        <p:txBody>
          <a:bodyPr tIns="91440" bIns="91440" anchor="t" anchorCtr="0"/>
          <a:lstStyle>
            <a:lvl1pPr>
              <a:defRPr sz="7058" spc="-98" baseline="0">
                <a:gradFill>
                  <a:gsLst>
                    <a:gs pos="0">
                      <a:schemeClr val="tx1"/>
                    </a:gs>
                    <a:gs pos="100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69240" y="3877277"/>
            <a:ext cx="9860674" cy="1793881"/>
          </a:xfrm>
          <a:noFill/>
        </p:spPr>
        <p:txBody>
          <a:bodyPr lIns="182880" tIns="146304" rIns="182880" bIns="146304">
            <a:noAutofit/>
          </a:bodyPr>
          <a:lstStyle>
            <a:lvl1pPr marL="0" indent="0">
              <a:spcBef>
                <a:spcPts val="0"/>
              </a:spcBef>
              <a:buNone/>
              <a:defRPr sz="3529" spc="0" baseline="0">
                <a:gradFill>
                  <a:gsLst>
                    <a:gs pos="0">
                      <a:schemeClr val="tx1"/>
                    </a:gs>
                    <a:gs pos="10000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5900011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1186356"/>
            <a:ext cx="9859116" cy="2697988"/>
          </a:xfrm>
          <a:noFill/>
        </p:spPr>
        <p:txBody>
          <a:bodyPr tIns="91440" bIns="91440" anchor="t" anchorCtr="0"/>
          <a:lstStyle>
            <a:lvl1pPr>
              <a:defRPr lang="en-US" sz="7058"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a:t>Video title</a:t>
            </a:r>
          </a:p>
        </p:txBody>
      </p:sp>
    </p:spTree>
    <p:extLst>
      <p:ext uri="{BB962C8B-B14F-4D97-AF65-F5344CB8AC3E}">
        <p14:creationId xmlns:p14="http://schemas.microsoft.com/office/powerpoint/2010/main" val="37233023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2"/>
            <a:ext cx="11653523" cy="1158793"/>
          </a:xfrm>
          <a:noFill/>
        </p:spPr>
        <p:txBody>
          <a:bodyPr tIns="91440" bIns="91440" anchor="t" anchorCtr="0">
            <a:spAutoFit/>
          </a:bodyPr>
          <a:lstStyle>
            <a:lvl1pPr>
              <a:defRPr sz="7058" spc="-98"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1056301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2"/>
            <a:ext cx="11653523" cy="1158793"/>
          </a:xfrm>
          <a:noFill/>
        </p:spPr>
        <p:txBody>
          <a:bodyPr tIns="91440" bIns="91440" anchor="t" anchorCtr="0">
            <a:spAutoFit/>
          </a:bodyPr>
          <a:lstStyle>
            <a:lvl1pPr>
              <a:defRPr sz="7058" spc="-98"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57627163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2"/>
            <a:ext cx="11653523" cy="1158793"/>
          </a:xfrm>
          <a:noFill/>
        </p:spPr>
        <p:txBody>
          <a:bodyPr tIns="91440" bIns="91440" anchor="t" anchorCtr="0">
            <a:spAutoFit/>
          </a:bodyPr>
          <a:lstStyle>
            <a:lvl1pPr>
              <a:defRPr sz="7058" spc="-98"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12417573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51441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167469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634674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08669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189176"/>
            <a:ext cx="12192000" cy="566882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2" tIns="45722" rIns="45722" bIns="45722" numCol="1" spcCol="0" rtlCol="0" fromWordArt="0" anchor="ctr" anchorCtr="0" forceAA="0" compatLnSpc="1">
            <a:prstTxWarp prst="textNoShape">
              <a:avLst/>
            </a:prstTxWarp>
            <a:noAutofit/>
          </a:bodyPr>
          <a:lstStyle/>
          <a:p>
            <a:pPr algn="ctr" defTabSz="914102" fontAlgn="base">
              <a:spcBef>
                <a:spcPct val="0"/>
              </a:spcBef>
              <a:spcAft>
                <a:spcPct val="0"/>
              </a:spcAft>
            </a:pPr>
            <a:endParaRPr lang="en-US" sz="1765">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69239" y="1197322"/>
            <a:ext cx="11653522" cy="1956973"/>
          </a:xfrm>
        </p:spPr>
        <p:txBody>
          <a:bodyPr/>
          <a:lstStyle>
            <a:lvl1pPr marL="0" indent="0">
              <a:buNone/>
              <a:defRPr sz="3235">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3972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73090"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79851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3029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920851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69240" y="6170059"/>
            <a:ext cx="11623331" cy="395317"/>
          </a:xfrm>
          <a:prstGeom prst="rect">
            <a:avLst/>
          </a:prstGeom>
          <a:noFill/>
          <a:ln w="12700">
            <a:noFill/>
            <a:miter lim="800000"/>
            <a:headEnd type="none" w="sm" len="sm"/>
            <a:tailEnd type="none" w="sm" len="sm"/>
          </a:ln>
          <a:effectLst/>
        </p:spPr>
        <p:txBody>
          <a:bodyPr vert="horz" wrap="square" lIns="179285" tIns="143428" rIns="179285" bIns="143428" numCol="1" anchor="t" anchorCtr="0" compatLnSpc="1">
            <a:prstTxWarp prst="textNoShape">
              <a:avLst/>
            </a:prstTxWarp>
            <a:spAutoFit/>
          </a:bodyPr>
          <a:lstStyle/>
          <a:p>
            <a:pPr defTabSz="913924" eaLnBrk="0" hangingPunct="0"/>
            <a:r>
              <a:rPr lang="en-US" sz="686">
                <a:gradFill>
                  <a:gsLst>
                    <a:gs pos="0">
                      <a:schemeClr val="tx1"/>
                    </a:gs>
                    <a:gs pos="100000">
                      <a:schemeClr val="tx1"/>
                    </a:gs>
                  </a:gsLst>
                  <a:lin ang="5400000" scaled="0"/>
                </a:gradFill>
                <a:cs typeface="Segoe UI" pitchFamily="34" charset="0"/>
              </a:rPr>
              <a:t>© 2014 Microsoft Corporation. All rights reserved. </a:t>
            </a:r>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0202" y="3083653"/>
            <a:ext cx="3223861" cy="690694"/>
          </a:xfrm>
          <a:prstGeom prst="rect">
            <a:avLst/>
          </a:prstGeom>
        </p:spPr>
      </p:pic>
    </p:spTree>
    <p:extLst>
      <p:ext uri="{BB962C8B-B14F-4D97-AF65-F5344CB8AC3E}">
        <p14:creationId xmlns:p14="http://schemas.microsoft.com/office/powerpoint/2010/main" val="253186655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69239" y="1189177"/>
            <a:ext cx="11653523" cy="2396047"/>
          </a:xfrm>
          <a:prstGeom prst="rect">
            <a:avLst/>
          </a:prstGeom>
        </p:spPr>
        <p:txBody>
          <a:bodyPr/>
          <a:lstStyle>
            <a:lvl1pPr marL="284790" indent="-284790">
              <a:buClr>
                <a:schemeClr val="tx1"/>
              </a:buClr>
              <a:buSzPct val="90000"/>
              <a:buFont typeface="Arial" pitchFamily="34" charset="0"/>
              <a:buChar char="•"/>
              <a:defRPr sz="3529">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60241" indent="-275453">
              <a:buClr>
                <a:schemeClr val="tx1"/>
              </a:buClr>
              <a:buSzPct val="90000"/>
              <a:buFont typeface="Arial" pitchFamily="34" charset="0"/>
              <a:buChar char="•"/>
              <a:defRPr sz="3137">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5031" indent="-284790">
              <a:buClr>
                <a:schemeClr val="tx1"/>
              </a:buClr>
              <a:buSzPct val="90000"/>
              <a:buFont typeface="Arial" pitchFamily="34" charset="0"/>
              <a:buChar char="•"/>
              <a:defRPr sz="2745">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9128" indent="-224097">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93225" indent="-224097">
              <a:buClr>
                <a:schemeClr val="tx1"/>
              </a:buClr>
              <a:buSzPct val="90000"/>
              <a:buFont typeface="Arial" pitchFamily="34" charset="0"/>
              <a:buChar char="•"/>
              <a:defRPr sz="196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238876"/>
            <a:ext cx="12192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27"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8119084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AB96E-0A0E-4228-92DD-CA1701ABFC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0DFD8A-39F3-4986-BFD7-26C5618C75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0FFAC8-773B-4FBE-A5A8-C246920D11D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B06F4F0-26F7-4123-A417-FC64503C2A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8A0F5-BABE-4420-833D-55F4EDEDEDDE}"/>
              </a:ext>
            </a:extLst>
          </p:cNvPr>
          <p:cNvSpPr>
            <a:spLocks noGrp="1"/>
          </p:cNvSpPr>
          <p:nvPr>
            <p:ph type="sldNum" sz="quarter" idx="12"/>
          </p:nvPr>
        </p:nvSpPr>
        <p:spPr/>
        <p:txBody>
          <a:bodyPr/>
          <a:lstStyle/>
          <a:p>
            <a:fld id="{4C56286E-6561-4B25-9F24-C9D7D4FB9574}" type="slidenum">
              <a:rPr lang="en-US" smtClean="0"/>
              <a:t>‹#›</a:t>
            </a:fld>
            <a:endParaRPr lang="en-US"/>
          </a:p>
        </p:txBody>
      </p:sp>
    </p:spTree>
    <p:extLst>
      <p:ext uri="{BB962C8B-B14F-4D97-AF65-F5344CB8AC3E}">
        <p14:creationId xmlns:p14="http://schemas.microsoft.com/office/powerpoint/2010/main" val="28778181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accent3">
            <a:lumMod val="50000"/>
          </a:schemeClr>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69303" y="2084188"/>
            <a:ext cx="8964185" cy="1793090"/>
          </a:xfrm>
          <a:noFill/>
        </p:spPr>
        <p:txBody>
          <a:bodyPr lIns="146304" tIns="91440" rIns="146304" bIns="91440" anchor="t" anchorCtr="0"/>
          <a:lstStyle>
            <a:lvl1pPr>
              <a:defRPr sz="4904" spc="-91" baseline="0">
                <a:gradFill>
                  <a:gsLst>
                    <a:gs pos="100000">
                      <a:schemeClr val="tx2"/>
                    </a:gs>
                    <a:gs pos="0">
                      <a:schemeClr val="tx2"/>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69301" y="3878575"/>
            <a:ext cx="7171337" cy="1792326"/>
          </a:xfrm>
          <a:noFill/>
        </p:spPr>
        <p:txBody>
          <a:bodyPr lIns="146304" tIns="109728" rIns="146304" bIns="109728">
            <a:noAutofit/>
          </a:bodyPr>
          <a:lstStyle>
            <a:lvl1pPr marL="0" indent="0">
              <a:spcBef>
                <a:spcPts val="0"/>
              </a:spcBef>
              <a:buNone/>
              <a:defRPr sz="2906" spc="0" baseline="0">
                <a:gradFill>
                  <a:gsLst>
                    <a:gs pos="91000">
                      <a:schemeClr val="tx1"/>
                    </a:gs>
                    <a:gs pos="0">
                      <a:schemeClr val="tx1"/>
                    </a:gs>
                  </a:gsLst>
                  <a:lin ang="5400000" scaled="0"/>
                </a:gradFill>
                <a:latin typeface="+mj-lt"/>
              </a:defRPr>
            </a:lvl1pPr>
          </a:lstStyle>
          <a:p>
            <a:pPr lvl="0"/>
            <a:r>
              <a:rPr lang="en-US"/>
              <a:t>Speaker Name</a:t>
            </a:r>
          </a:p>
        </p:txBody>
      </p:sp>
      <p:pic>
        <p:nvPicPr>
          <p:cNvPr id="2" name="MS logo white - EMF" descr="Microsoft logo white text version">
            <a:extLst>
              <a:ext uri="{FF2B5EF4-FFF2-40B4-BE49-F238E27FC236}">
                <a16:creationId xmlns:a16="http://schemas.microsoft.com/office/drawing/2014/main" id="{FAFB66F7-5448-426B-8589-FBC49DD0D672}"/>
              </a:ext>
            </a:extLst>
          </p:cNvPr>
          <p:cNvPicPr>
            <a:picLocks noChangeAspect="1"/>
          </p:cNvPicPr>
          <p:nvPr userDrawn="1"/>
        </p:nvPicPr>
        <p:blipFill>
          <a:blip r:embed="rId2"/>
          <a:stretch>
            <a:fillRect/>
          </a:stretch>
        </p:blipFill>
        <p:spPr bwMode="black">
          <a:xfrm>
            <a:off x="584201" y="585789"/>
            <a:ext cx="1366245" cy="292608"/>
          </a:xfrm>
          <a:prstGeom prst="rect">
            <a:avLst/>
          </a:prstGeom>
        </p:spPr>
      </p:pic>
      <p:sp>
        <p:nvSpPr>
          <p:cNvPr id="12" name="TextBox 11">
            <a:extLst>
              <a:ext uri="{FF2B5EF4-FFF2-40B4-BE49-F238E27FC236}">
                <a16:creationId xmlns:a16="http://schemas.microsoft.com/office/drawing/2014/main" id="{C9F6DBEF-9224-4BAF-A013-36495679C072}"/>
              </a:ext>
            </a:extLst>
          </p:cNvPr>
          <p:cNvSpPr txBox="1"/>
          <p:nvPr userDrawn="1"/>
        </p:nvSpPr>
        <p:spPr>
          <a:xfrm>
            <a:off x="5316561" y="6533384"/>
            <a:ext cx="2303049" cy="226326"/>
          </a:xfrm>
          <a:prstGeom prst="rect">
            <a:avLst/>
          </a:prstGeom>
          <a:noFill/>
        </p:spPr>
        <p:txBody>
          <a:bodyPr wrap="square">
            <a:spAutoFit/>
          </a:bodyPr>
          <a:lstStyle/>
          <a:p>
            <a:pPr marL="0" marR="0" lvl="0" indent="0" algn="l" defTabSz="931344" rtl="0" eaLnBrk="1" fontAlgn="auto" latinLnBrk="0" hangingPunct="1">
              <a:lnSpc>
                <a:spcPct val="100000"/>
              </a:lnSpc>
              <a:spcBef>
                <a:spcPts val="0"/>
              </a:spcBef>
              <a:spcAft>
                <a:spcPts val="0"/>
              </a:spcAft>
              <a:buClrTx/>
              <a:buSzTx/>
              <a:buFontTx/>
              <a:buNone/>
              <a:tabLst/>
              <a:defRPr/>
            </a:pPr>
            <a:r>
              <a:rPr kumimoji="0" lang="en-US" sz="882" b="0" i="0" u="none" strike="noStrike" kern="1200" cap="none" spc="0" normalizeH="0" baseline="0" noProof="0">
                <a:ln>
                  <a:noFill/>
                </a:ln>
                <a:solidFill>
                  <a:srgbClr val="FFFFFF"/>
                </a:solidFill>
                <a:effectLst/>
                <a:uLnTx/>
                <a:uFillTx/>
                <a:latin typeface="Segoe UI Light" panose="020B0502040204020203" pitchFamily="34" charset="0"/>
                <a:ea typeface="+mn-ea"/>
                <a:cs typeface="Segoe UI Light" panose="020B0502040204020203" pitchFamily="34" charset="0"/>
              </a:rPr>
              <a:t>Microsoft Highly Confidential</a:t>
            </a:r>
          </a:p>
        </p:txBody>
      </p:sp>
      <p:sp>
        <p:nvSpPr>
          <p:cNvPr id="14" name="TextBox 11">
            <a:extLst>
              <a:ext uri="{FF2B5EF4-FFF2-40B4-BE49-F238E27FC236}">
                <a16:creationId xmlns:a16="http://schemas.microsoft.com/office/drawing/2014/main" id="{48DBF8F8-D740-4EAC-A741-B5F851845C15}"/>
              </a:ext>
            </a:extLst>
          </p:cNvPr>
          <p:cNvSpPr txBox="1"/>
          <p:nvPr userDrawn="1"/>
        </p:nvSpPr>
        <p:spPr>
          <a:xfrm>
            <a:off x="7070005" y="6578649"/>
            <a:ext cx="1781731" cy="135796"/>
          </a:xfrm>
          <a:prstGeom prst="rect">
            <a:avLst/>
          </a:prstGeom>
          <a:noFill/>
        </p:spPr>
        <p:txBody>
          <a:bodyPr wrap="square" lIns="0" tIns="0" rIns="0" bIns="0" rtlCol="0">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31344">
              <a:defRPr/>
            </a:pPr>
            <a:fld id="{CD4536AC-60EE-476E-91E1-FB9A43EE99E9}" type="slidenum">
              <a:rPr lang="en-US" sz="882" smtClean="0">
                <a:solidFill>
                  <a:schemeClr val="bg1"/>
                </a:solidFill>
                <a:latin typeface="Segoe UI Light" panose="020B0502040204020203" pitchFamily="34" charset="0"/>
                <a:cs typeface="Segoe UI Light" panose="020B0502040204020203" pitchFamily="34" charset="0"/>
              </a:rPr>
              <a:pPr defTabSz="931344">
                <a:defRPr/>
              </a:pPr>
              <a:t>‹#›</a:t>
            </a:fld>
            <a:endParaRPr lang="en-US" sz="882">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740915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269241" y="276812"/>
            <a:ext cx="11655840" cy="866188"/>
          </a:xfrm>
        </p:spPr>
        <p:txBody>
          <a:bodyPr/>
          <a:lstStyle>
            <a:lvl1pPr>
              <a:defRPr sz="4000"/>
            </a:lvl1pPr>
          </a:lstStyle>
          <a:p>
            <a:r>
              <a:rPr lang="en-US"/>
              <a:t>Click to edit Master title style</a:t>
            </a:r>
          </a:p>
        </p:txBody>
      </p:sp>
      <p:sp>
        <p:nvSpPr>
          <p:cNvPr id="5" name="TextBox 4"/>
          <p:cNvSpPr txBox="1"/>
          <p:nvPr userDrawn="1"/>
        </p:nvSpPr>
        <p:spPr>
          <a:xfrm>
            <a:off x="10472638" y="6466037"/>
            <a:ext cx="1462188" cy="411683"/>
          </a:xfrm>
          <a:prstGeom prst="rect">
            <a:avLst/>
          </a:prstGeom>
          <a:noFill/>
        </p:spPr>
        <p:txBody>
          <a:bodyPr wrap="square" lIns="179140" tIns="143313" rIns="179140" bIns="143313" rtlCol="0">
            <a:spAutoFit/>
          </a:bodyPr>
          <a:lstStyle/>
          <a:p>
            <a:pPr defTabSz="913555">
              <a:lnSpc>
                <a:spcPct val="90000"/>
              </a:lnSpc>
              <a:spcAft>
                <a:spcPts val="588"/>
              </a:spcAft>
            </a:pPr>
            <a:r>
              <a:rPr lang="en-US" sz="882">
                <a:gradFill>
                  <a:gsLst>
                    <a:gs pos="23894">
                      <a:srgbClr val="000000">
                        <a:lumMod val="65000"/>
                        <a:lumOff val="35000"/>
                      </a:srgbClr>
                    </a:gs>
                    <a:gs pos="56000">
                      <a:srgbClr val="000000">
                        <a:lumMod val="65000"/>
                        <a:lumOff val="35000"/>
                      </a:srgbClr>
                    </a:gs>
                  </a:gsLst>
                  <a:lin ang="5400000" scaled="0"/>
                </a:gradFill>
              </a:rPr>
              <a:t>Microsoft Confidential</a:t>
            </a:r>
          </a:p>
        </p:txBody>
      </p:sp>
    </p:spTree>
    <p:extLst>
      <p:ext uri="{BB962C8B-B14F-4D97-AF65-F5344CB8AC3E}">
        <p14:creationId xmlns:p14="http://schemas.microsoft.com/office/powerpoint/2010/main" val="22187474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2736">
          <p15:clr>
            <a:srgbClr val="FBAE40"/>
          </p15:clr>
        </p15:guide>
        <p15:guide id="4" orient="horz" pos="3312">
          <p15:clr>
            <a:srgbClr val="FBAE40"/>
          </p15:clr>
        </p15:guide>
        <p15:guide id="5" orient="horz" pos="3888">
          <p15:clr>
            <a:srgbClr val="FBAE40"/>
          </p15:clr>
        </p15:guide>
        <p15:guide id="6" orient="horz" pos="1584">
          <p15:clr>
            <a:srgbClr val="FBAE40"/>
          </p15:clr>
        </p15:guide>
        <p15:guide id="7" orient="horz" pos="1008">
          <p15:clr>
            <a:srgbClr val="FBAE40"/>
          </p15:clr>
        </p15:guide>
        <p15:guide id="8" orient="horz" pos="172">
          <p15:clr>
            <a:srgbClr val="FBAE40"/>
          </p15:clr>
        </p15:guide>
        <p15:guide id="9" orient="horz" pos="720">
          <p15:clr>
            <a:srgbClr val="FBAE40"/>
          </p15:clr>
        </p15:guide>
        <p15:guide id="10" pos="168">
          <p15:clr>
            <a:srgbClr val="FBAE40"/>
          </p15:clr>
        </p15:guide>
        <p15:guide id="11" pos="7518">
          <p15:clr>
            <a:srgbClr val="FBAE40"/>
          </p15:clr>
        </p15:guide>
        <p15:guide id="12" orient="horz" pos="4145">
          <p15:clr>
            <a:srgbClr val="FBAE40"/>
          </p15:clr>
        </p15:guide>
        <p15:guide id="13" pos="954">
          <p15:clr>
            <a:srgbClr val="FBAE40"/>
          </p15:clr>
        </p15:guide>
        <p15:guide id="14" pos="1554">
          <p15:clr>
            <a:srgbClr val="FBAE40"/>
          </p15:clr>
        </p15:guide>
        <p15:guide id="15" pos="270">
          <p15:clr>
            <a:srgbClr val="FBAE40"/>
          </p15:clr>
        </p15:guide>
        <p15:guide id="16" pos="2130">
          <p15:clr>
            <a:srgbClr val="FBAE40"/>
          </p15:clr>
        </p15:guide>
        <p15:guide id="17" pos="2706">
          <p15:clr>
            <a:srgbClr val="FBAE40"/>
          </p15:clr>
        </p15:guide>
        <p15:guide id="18" pos="3282">
          <p15:clr>
            <a:srgbClr val="FBAE40"/>
          </p15:clr>
        </p15:guide>
        <p15:guide id="19" pos="4416">
          <p15:clr>
            <a:srgbClr val="FBAE40"/>
          </p15:clr>
        </p15:guide>
        <p15:guide id="20" pos="4992">
          <p15:clr>
            <a:srgbClr val="FBAE40"/>
          </p15:clr>
        </p15:guide>
        <p15:guide id="21" pos="5568">
          <p15:clr>
            <a:srgbClr val="FBAE40"/>
          </p15:clr>
        </p15:guide>
        <p15:guide id="22" pos="6144">
          <p15:clr>
            <a:srgbClr val="FBAE40"/>
          </p15:clr>
        </p15:guide>
        <p15:guide id="23" pos="6720">
          <p15:clr>
            <a:srgbClr val="FBAE40"/>
          </p15:clr>
        </p15:guide>
        <p15:guide id="24" pos="7296">
          <p15:clr>
            <a:srgbClr val="FBAE40"/>
          </p15:clr>
        </p15:guide>
        <p15:guide id="25" pos="384">
          <p15:clr>
            <a:srgbClr val="FBAE40"/>
          </p15:clr>
        </p15:guide>
        <p15:guide id="26" pos="7410">
          <p15:clr>
            <a:srgbClr val="FBAE40"/>
          </p15:clr>
        </p15:guide>
        <p15:guide id="27" orient="horz" pos="401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9555444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30169345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lide">
    <p:bg>
      <p:bgPr>
        <a:gradFill>
          <a:gsLst>
            <a:gs pos="100000">
              <a:schemeClr val="bg2">
                <a:lumMod val="75000"/>
              </a:schemeClr>
            </a:gs>
            <a:gs pos="6000">
              <a:schemeClr val="bg2"/>
            </a:gs>
          </a:gsLst>
          <a:path path="circle">
            <a:fillToRect l="100000" t="100000"/>
          </a:path>
        </a:gradFill>
        <a:effectLst/>
      </p:bgPr>
    </p:bg>
    <p:spTree>
      <p:nvGrpSpPr>
        <p:cNvPr id="1" name=""/>
        <p:cNvGrpSpPr/>
        <p:nvPr/>
      </p:nvGrpSpPr>
      <p:grpSpPr>
        <a:xfrm>
          <a:off x="0" y="0"/>
          <a:ext cx="0" cy="0"/>
          <a:chOff x="0" y="0"/>
          <a:chExt cx="0" cy="0"/>
        </a:xfrm>
      </p:grpSpPr>
      <p:sp>
        <p:nvSpPr>
          <p:cNvPr id="150" name="Rectangle 149">
            <a:extLst>
              <a:ext uri="{FF2B5EF4-FFF2-40B4-BE49-F238E27FC236}">
                <a16:creationId xmlns:a16="http://schemas.microsoft.com/office/drawing/2014/main" id="{7CA7E82B-895A-4A9C-BB4F-39A429DF3C11}"/>
              </a:ext>
            </a:extLst>
          </p:cNvPr>
          <p:cNvSpPr/>
          <p:nvPr userDrawn="1"/>
        </p:nvSpPr>
        <p:spPr bwMode="auto">
          <a:xfrm rot="16200000" flipV="1">
            <a:off x="7131150" y="1797150"/>
            <a:ext cx="6858000" cy="3263700"/>
          </a:xfrm>
          <a:custGeom>
            <a:avLst/>
            <a:gdLst>
              <a:gd name="connsiteX0" fmla="*/ 0 w 6858000"/>
              <a:gd name="connsiteY0" fmla="*/ 0 h 2122742"/>
              <a:gd name="connsiteX1" fmla="*/ 6858000 w 6858000"/>
              <a:gd name="connsiteY1" fmla="*/ 0 h 2122742"/>
              <a:gd name="connsiteX2" fmla="*/ 6858000 w 6858000"/>
              <a:gd name="connsiteY2" fmla="*/ 2122742 h 2122742"/>
              <a:gd name="connsiteX3" fmla="*/ 0 w 6858000"/>
              <a:gd name="connsiteY3" fmla="*/ 2122742 h 2122742"/>
              <a:gd name="connsiteX4" fmla="*/ 0 w 6858000"/>
              <a:gd name="connsiteY4" fmla="*/ 0 h 2122742"/>
              <a:gd name="connsiteX0" fmla="*/ 0 w 6858000"/>
              <a:gd name="connsiteY0" fmla="*/ 0 h 2122742"/>
              <a:gd name="connsiteX1" fmla="*/ 6858000 w 6858000"/>
              <a:gd name="connsiteY1" fmla="*/ 0 h 2122742"/>
              <a:gd name="connsiteX2" fmla="*/ 0 w 6858000"/>
              <a:gd name="connsiteY2" fmla="*/ 2122742 h 2122742"/>
              <a:gd name="connsiteX3" fmla="*/ 0 w 6858000"/>
              <a:gd name="connsiteY3" fmla="*/ 0 h 2122742"/>
              <a:gd name="connsiteX0" fmla="*/ 0 w 6858000"/>
              <a:gd name="connsiteY0" fmla="*/ 0 h 2736864"/>
              <a:gd name="connsiteX1" fmla="*/ 6858000 w 6858000"/>
              <a:gd name="connsiteY1" fmla="*/ 0 h 2736864"/>
              <a:gd name="connsiteX2" fmla="*/ 0 w 6858000"/>
              <a:gd name="connsiteY2" fmla="*/ 2122742 h 2736864"/>
              <a:gd name="connsiteX3" fmla="*/ 0 w 6858000"/>
              <a:gd name="connsiteY3" fmla="*/ 0 h 2736864"/>
              <a:gd name="connsiteX0" fmla="*/ 0 w 6858000"/>
              <a:gd name="connsiteY0" fmla="*/ 0 h 3280039"/>
              <a:gd name="connsiteX1" fmla="*/ 6858000 w 6858000"/>
              <a:gd name="connsiteY1" fmla="*/ 0 h 3280039"/>
              <a:gd name="connsiteX2" fmla="*/ 0 w 6858000"/>
              <a:gd name="connsiteY2" fmla="*/ 2122742 h 3280039"/>
              <a:gd name="connsiteX3" fmla="*/ 0 w 6858000"/>
              <a:gd name="connsiteY3" fmla="*/ 0 h 3280039"/>
              <a:gd name="connsiteX0" fmla="*/ 0 w 6858000"/>
              <a:gd name="connsiteY0" fmla="*/ 0 h 3263700"/>
              <a:gd name="connsiteX1" fmla="*/ 6858000 w 6858000"/>
              <a:gd name="connsiteY1" fmla="*/ 0 h 3263700"/>
              <a:gd name="connsiteX2" fmla="*/ 0 w 6858000"/>
              <a:gd name="connsiteY2" fmla="*/ 2122742 h 3263700"/>
              <a:gd name="connsiteX3" fmla="*/ 0 w 6858000"/>
              <a:gd name="connsiteY3" fmla="*/ 0 h 3263700"/>
            </a:gdLst>
            <a:ahLst/>
            <a:cxnLst>
              <a:cxn ang="0">
                <a:pos x="connsiteX0" y="connsiteY0"/>
              </a:cxn>
              <a:cxn ang="0">
                <a:pos x="connsiteX1" y="connsiteY1"/>
              </a:cxn>
              <a:cxn ang="0">
                <a:pos x="connsiteX2" y="connsiteY2"/>
              </a:cxn>
              <a:cxn ang="0">
                <a:pos x="connsiteX3" y="connsiteY3"/>
              </a:cxn>
            </a:cxnLst>
            <a:rect l="l" t="t" r="r" b="b"/>
            <a:pathLst>
              <a:path w="6858000" h="3263700">
                <a:moveTo>
                  <a:pt x="0" y="0"/>
                </a:moveTo>
                <a:lnTo>
                  <a:pt x="6858000" y="0"/>
                </a:lnTo>
                <a:cubicBezTo>
                  <a:pt x="3301999" y="593278"/>
                  <a:pt x="2044700" y="5415661"/>
                  <a:pt x="0" y="2122742"/>
                </a:cubicBezTo>
                <a:lnTo>
                  <a:pt x="0" y="0"/>
                </a:lnTo>
                <a:close/>
              </a:path>
            </a:pathLst>
          </a:custGeom>
          <a:solidFill>
            <a:schemeClr val="accent2">
              <a:lumMod val="75000"/>
            </a:schemeClr>
          </a:solidFill>
          <a:ln>
            <a:noFill/>
          </a:ln>
          <a:effectLst>
            <a:outerShdw blurRad="63500" dist="50800" dir="8100000" algn="tr" rotWithShape="0">
              <a:prstClr val="black">
                <a:alpha val="3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2425780"/>
            <a:ext cx="4800600" cy="1107996"/>
          </a:xfrm>
          <a:noFill/>
        </p:spPr>
        <p:txBody>
          <a:bodyPr wrap="square"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8006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80" name="Rectangle 149">
            <a:extLst>
              <a:ext uri="{FF2B5EF4-FFF2-40B4-BE49-F238E27FC236}">
                <a16:creationId xmlns:a16="http://schemas.microsoft.com/office/drawing/2014/main" id="{51F4BC34-CE8B-4441-9474-3317DD25963E}"/>
              </a:ext>
            </a:extLst>
          </p:cNvPr>
          <p:cNvSpPr/>
          <p:nvPr userDrawn="1"/>
        </p:nvSpPr>
        <p:spPr bwMode="auto">
          <a:xfrm rot="16200000" flipV="1">
            <a:off x="7131150" y="1797150"/>
            <a:ext cx="6858000" cy="3263700"/>
          </a:xfrm>
          <a:custGeom>
            <a:avLst/>
            <a:gdLst>
              <a:gd name="connsiteX0" fmla="*/ 0 w 6858000"/>
              <a:gd name="connsiteY0" fmla="*/ 0 h 2122742"/>
              <a:gd name="connsiteX1" fmla="*/ 6858000 w 6858000"/>
              <a:gd name="connsiteY1" fmla="*/ 0 h 2122742"/>
              <a:gd name="connsiteX2" fmla="*/ 6858000 w 6858000"/>
              <a:gd name="connsiteY2" fmla="*/ 2122742 h 2122742"/>
              <a:gd name="connsiteX3" fmla="*/ 0 w 6858000"/>
              <a:gd name="connsiteY3" fmla="*/ 2122742 h 2122742"/>
              <a:gd name="connsiteX4" fmla="*/ 0 w 6858000"/>
              <a:gd name="connsiteY4" fmla="*/ 0 h 2122742"/>
              <a:gd name="connsiteX0" fmla="*/ 0 w 6858000"/>
              <a:gd name="connsiteY0" fmla="*/ 0 h 2122742"/>
              <a:gd name="connsiteX1" fmla="*/ 6858000 w 6858000"/>
              <a:gd name="connsiteY1" fmla="*/ 0 h 2122742"/>
              <a:gd name="connsiteX2" fmla="*/ 0 w 6858000"/>
              <a:gd name="connsiteY2" fmla="*/ 2122742 h 2122742"/>
              <a:gd name="connsiteX3" fmla="*/ 0 w 6858000"/>
              <a:gd name="connsiteY3" fmla="*/ 0 h 2122742"/>
              <a:gd name="connsiteX0" fmla="*/ 0 w 6858000"/>
              <a:gd name="connsiteY0" fmla="*/ 0 h 2736864"/>
              <a:gd name="connsiteX1" fmla="*/ 6858000 w 6858000"/>
              <a:gd name="connsiteY1" fmla="*/ 0 h 2736864"/>
              <a:gd name="connsiteX2" fmla="*/ 0 w 6858000"/>
              <a:gd name="connsiteY2" fmla="*/ 2122742 h 2736864"/>
              <a:gd name="connsiteX3" fmla="*/ 0 w 6858000"/>
              <a:gd name="connsiteY3" fmla="*/ 0 h 2736864"/>
              <a:gd name="connsiteX0" fmla="*/ 0 w 6858000"/>
              <a:gd name="connsiteY0" fmla="*/ 0 h 3280039"/>
              <a:gd name="connsiteX1" fmla="*/ 6858000 w 6858000"/>
              <a:gd name="connsiteY1" fmla="*/ 0 h 3280039"/>
              <a:gd name="connsiteX2" fmla="*/ 0 w 6858000"/>
              <a:gd name="connsiteY2" fmla="*/ 2122742 h 3280039"/>
              <a:gd name="connsiteX3" fmla="*/ 0 w 6858000"/>
              <a:gd name="connsiteY3" fmla="*/ 0 h 3280039"/>
              <a:gd name="connsiteX0" fmla="*/ 0 w 6858000"/>
              <a:gd name="connsiteY0" fmla="*/ 0 h 3263700"/>
              <a:gd name="connsiteX1" fmla="*/ 6858000 w 6858000"/>
              <a:gd name="connsiteY1" fmla="*/ 0 h 3263700"/>
              <a:gd name="connsiteX2" fmla="*/ 0 w 6858000"/>
              <a:gd name="connsiteY2" fmla="*/ 2122742 h 3263700"/>
              <a:gd name="connsiteX3" fmla="*/ 0 w 6858000"/>
              <a:gd name="connsiteY3" fmla="*/ 0 h 3263700"/>
              <a:gd name="connsiteX0" fmla="*/ 0 w 6858000"/>
              <a:gd name="connsiteY0" fmla="*/ 0 h 3263700"/>
              <a:gd name="connsiteX1" fmla="*/ 6858000 w 6858000"/>
              <a:gd name="connsiteY1" fmla="*/ 0 h 3263700"/>
              <a:gd name="connsiteX2" fmla="*/ 0 w 6858000"/>
              <a:gd name="connsiteY2" fmla="*/ 2122742 h 3263700"/>
              <a:gd name="connsiteX3" fmla="*/ 91440 w 6858000"/>
              <a:gd name="connsiteY3" fmla="*/ 91440 h 3263700"/>
              <a:gd name="connsiteX0" fmla="*/ 0 w 6858000"/>
              <a:gd name="connsiteY0" fmla="*/ 0 h 3263700"/>
              <a:gd name="connsiteX1" fmla="*/ 6858000 w 6858000"/>
              <a:gd name="connsiteY1" fmla="*/ 0 h 3263700"/>
              <a:gd name="connsiteX2" fmla="*/ 0 w 6858000"/>
              <a:gd name="connsiteY2" fmla="*/ 2122742 h 3263700"/>
              <a:gd name="connsiteX0" fmla="*/ 6858000 w 6858000"/>
              <a:gd name="connsiteY0" fmla="*/ 0 h 3263700"/>
              <a:gd name="connsiteX1" fmla="*/ 0 w 6858000"/>
              <a:gd name="connsiteY1" fmla="*/ 2122742 h 3263700"/>
            </a:gdLst>
            <a:ahLst/>
            <a:cxnLst>
              <a:cxn ang="0">
                <a:pos x="connsiteX0" y="connsiteY0"/>
              </a:cxn>
              <a:cxn ang="0">
                <a:pos x="connsiteX1" y="connsiteY1"/>
              </a:cxn>
            </a:cxnLst>
            <a:rect l="l" t="t" r="r" b="b"/>
            <a:pathLst>
              <a:path w="6858000" h="3263700">
                <a:moveTo>
                  <a:pt x="6858000" y="0"/>
                </a:moveTo>
                <a:cubicBezTo>
                  <a:pt x="3301999" y="593278"/>
                  <a:pt x="2044700" y="5415661"/>
                  <a:pt x="0" y="2122742"/>
                </a:cubicBezTo>
              </a:path>
            </a:pathLst>
          </a:custGeom>
          <a:noFill/>
          <a:ln>
            <a:solidFill>
              <a:schemeClr val="bg2">
                <a:lumMod val="60000"/>
                <a:lumOff val="40000"/>
              </a:schemeClr>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6" name="Rectangle 149">
            <a:extLst>
              <a:ext uri="{FF2B5EF4-FFF2-40B4-BE49-F238E27FC236}">
                <a16:creationId xmlns:a16="http://schemas.microsoft.com/office/drawing/2014/main" id="{859260CE-A324-4A47-8D03-BB6F9E001674}"/>
              </a:ext>
            </a:extLst>
          </p:cNvPr>
          <p:cNvSpPr/>
          <p:nvPr userDrawn="1"/>
        </p:nvSpPr>
        <p:spPr bwMode="auto">
          <a:xfrm rot="5400000">
            <a:off x="8017035" y="1482566"/>
            <a:ext cx="5657530" cy="2692400"/>
          </a:xfrm>
          <a:custGeom>
            <a:avLst/>
            <a:gdLst>
              <a:gd name="connsiteX0" fmla="*/ 0 w 6858000"/>
              <a:gd name="connsiteY0" fmla="*/ 0 h 2122742"/>
              <a:gd name="connsiteX1" fmla="*/ 6858000 w 6858000"/>
              <a:gd name="connsiteY1" fmla="*/ 0 h 2122742"/>
              <a:gd name="connsiteX2" fmla="*/ 6858000 w 6858000"/>
              <a:gd name="connsiteY2" fmla="*/ 2122742 h 2122742"/>
              <a:gd name="connsiteX3" fmla="*/ 0 w 6858000"/>
              <a:gd name="connsiteY3" fmla="*/ 2122742 h 2122742"/>
              <a:gd name="connsiteX4" fmla="*/ 0 w 6858000"/>
              <a:gd name="connsiteY4" fmla="*/ 0 h 2122742"/>
              <a:gd name="connsiteX0" fmla="*/ 0 w 6858000"/>
              <a:gd name="connsiteY0" fmla="*/ 0 h 2122742"/>
              <a:gd name="connsiteX1" fmla="*/ 6858000 w 6858000"/>
              <a:gd name="connsiteY1" fmla="*/ 0 h 2122742"/>
              <a:gd name="connsiteX2" fmla="*/ 0 w 6858000"/>
              <a:gd name="connsiteY2" fmla="*/ 2122742 h 2122742"/>
              <a:gd name="connsiteX3" fmla="*/ 0 w 6858000"/>
              <a:gd name="connsiteY3" fmla="*/ 0 h 2122742"/>
              <a:gd name="connsiteX0" fmla="*/ 0 w 6858000"/>
              <a:gd name="connsiteY0" fmla="*/ 0 h 2736864"/>
              <a:gd name="connsiteX1" fmla="*/ 6858000 w 6858000"/>
              <a:gd name="connsiteY1" fmla="*/ 0 h 2736864"/>
              <a:gd name="connsiteX2" fmla="*/ 0 w 6858000"/>
              <a:gd name="connsiteY2" fmla="*/ 2122742 h 2736864"/>
              <a:gd name="connsiteX3" fmla="*/ 0 w 6858000"/>
              <a:gd name="connsiteY3" fmla="*/ 0 h 2736864"/>
              <a:gd name="connsiteX0" fmla="*/ 0 w 6858000"/>
              <a:gd name="connsiteY0" fmla="*/ 0 h 3280039"/>
              <a:gd name="connsiteX1" fmla="*/ 6858000 w 6858000"/>
              <a:gd name="connsiteY1" fmla="*/ 0 h 3280039"/>
              <a:gd name="connsiteX2" fmla="*/ 0 w 6858000"/>
              <a:gd name="connsiteY2" fmla="*/ 2122742 h 3280039"/>
              <a:gd name="connsiteX3" fmla="*/ 0 w 6858000"/>
              <a:gd name="connsiteY3" fmla="*/ 0 h 3280039"/>
              <a:gd name="connsiteX0" fmla="*/ 0 w 6858000"/>
              <a:gd name="connsiteY0" fmla="*/ 0 h 3263700"/>
              <a:gd name="connsiteX1" fmla="*/ 6858000 w 6858000"/>
              <a:gd name="connsiteY1" fmla="*/ 0 h 3263700"/>
              <a:gd name="connsiteX2" fmla="*/ 0 w 6858000"/>
              <a:gd name="connsiteY2" fmla="*/ 2122742 h 3263700"/>
              <a:gd name="connsiteX3" fmla="*/ 0 w 6858000"/>
              <a:gd name="connsiteY3" fmla="*/ 0 h 3263700"/>
            </a:gdLst>
            <a:ahLst/>
            <a:cxnLst>
              <a:cxn ang="0">
                <a:pos x="connsiteX0" y="connsiteY0"/>
              </a:cxn>
              <a:cxn ang="0">
                <a:pos x="connsiteX1" y="connsiteY1"/>
              </a:cxn>
              <a:cxn ang="0">
                <a:pos x="connsiteX2" y="connsiteY2"/>
              </a:cxn>
              <a:cxn ang="0">
                <a:pos x="connsiteX3" y="connsiteY3"/>
              </a:cxn>
            </a:cxnLst>
            <a:rect l="l" t="t" r="r" b="b"/>
            <a:pathLst>
              <a:path w="6858000" h="3263700">
                <a:moveTo>
                  <a:pt x="0" y="0"/>
                </a:moveTo>
                <a:lnTo>
                  <a:pt x="6858000" y="0"/>
                </a:lnTo>
                <a:cubicBezTo>
                  <a:pt x="3301999" y="593278"/>
                  <a:pt x="2044700" y="5415661"/>
                  <a:pt x="0" y="2122742"/>
                </a:cubicBezTo>
                <a:lnTo>
                  <a:pt x="0" y="0"/>
                </a:lnTo>
                <a:close/>
              </a:path>
            </a:pathLst>
          </a:custGeom>
          <a:solidFill>
            <a:schemeClr val="bg2">
              <a:lumMod val="50000"/>
            </a:schemeClr>
          </a:solidFill>
          <a:ln>
            <a:noFill/>
          </a:ln>
          <a:effectLst>
            <a:outerShdw blurRad="177800" dist="38100" dir="8100000" algn="tr" rotWithShape="0">
              <a:prstClr val="black">
                <a:alpha val="4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9" name="Rectangle 149">
            <a:extLst>
              <a:ext uri="{FF2B5EF4-FFF2-40B4-BE49-F238E27FC236}">
                <a16:creationId xmlns:a16="http://schemas.microsoft.com/office/drawing/2014/main" id="{A6D9F24A-5B22-4156-88BC-9061D57ADAB2}"/>
              </a:ext>
            </a:extLst>
          </p:cNvPr>
          <p:cNvSpPr/>
          <p:nvPr userDrawn="1"/>
        </p:nvSpPr>
        <p:spPr bwMode="auto">
          <a:xfrm rot="5400000">
            <a:off x="8396363" y="1347864"/>
            <a:ext cx="5143499" cy="2447774"/>
          </a:xfrm>
          <a:custGeom>
            <a:avLst/>
            <a:gdLst>
              <a:gd name="connsiteX0" fmla="*/ 0 w 6858000"/>
              <a:gd name="connsiteY0" fmla="*/ 0 h 2122742"/>
              <a:gd name="connsiteX1" fmla="*/ 6858000 w 6858000"/>
              <a:gd name="connsiteY1" fmla="*/ 0 h 2122742"/>
              <a:gd name="connsiteX2" fmla="*/ 6858000 w 6858000"/>
              <a:gd name="connsiteY2" fmla="*/ 2122742 h 2122742"/>
              <a:gd name="connsiteX3" fmla="*/ 0 w 6858000"/>
              <a:gd name="connsiteY3" fmla="*/ 2122742 h 2122742"/>
              <a:gd name="connsiteX4" fmla="*/ 0 w 6858000"/>
              <a:gd name="connsiteY4" fmla="*/ 0 h 2122742"/>
              <a:gd name="connsiteX0" fmla="*/ 0 w 6858000"/>
              <a:gd name="connsiteY0" fmla="*/ 0 h 2122742"/>
              <a:gd name="connsiteX1" fmla="*/ 6858000 w 6858000"/>
              <a:gd name="connsiteY1" fmla="*/ 0 h 2122742"/>
              <a:gd name="connsiteX2" fmla="*/ 0 w 6858000"/>
              <a:gd name="connsiteY2" fmla="*/ 2122742 h 2122742"/>
              <a:gd name="connsiteX3" fmla="*/ 0 w 6858000"/>
              <a:gd name="connsiteY3" fmla="*/ 0 h 2122742"/>
              <a:gd name="connsiteX0" fmla="*/ 0 w 6858000"/>
              <a:gd name="connsiteY0" fmla="*/ 0 h 2736864"/>
              <a:gd name="connsiteX1" fmla="*/ 6858000 w 6858000"/>
              <a:gd name="connsiteY1" fmla="*/ 0 h 2736864"/>
              <a:gd name="connsiteX2" fmla="*/ 0 w 6858000"/>
              <a:gd name="connsiteY2" fmla="*/ 2122742 h 2736864"/>
              <a:gd name="connsiteX3" fmla="*/ 0 w 6858000"/>
              <a:gd name="connsiteY3" fmla="*/ 0 h 2736864"/>
              <a:gd name="connsiteX0" fmla="*/ 0 w 6858000"/>
              <a:gd name="connsiteY0" fmla="*/ 0 h 3280039"/>
              <a:gd name="connsiteX1" fmla="*/ 6858000 w 6858000"/>
              <a:gd name="connsiteY1" fmla="*/ 0 h 3280039"/>
              <a:gd name="connsiteX2" fmla="*/ 0 w 6858000"/>
              <a:gd name="connsiteY2" fmla="*/ 2122742 h 3280039"/>
              <a:gd name="connsiteX3" fmla="*/ 0 w 6858000"/>
              <a:gd name="connsiteY3" fmla="*/ 0 h 3280039"/>
              <a:gd name="connsiteX0" fmla="*/ 0 w 6858000"/>
              <a:gd name="connsiteY0" fmla="*/ 0 h 3263700"/>
              <a:gd name="connsiteX1" fmla="*/ 6858000 w 6858000"/>
              <a:gd name="connsiteY1" fmla="*/ 0 h 3263700"/>
              <a:gd name="connsiteX2" fmla="*/ 0 w 6858000"/>
              <a:gd name="connsiteY2" fmla="*/ 2122742 h 3263700"/>
              <a:gd name="connsiteX3" fmla="*/ 0 w 6858000"/>
              <a:gd name="connsiteY3" fmla="*/ 0 h 3263700"/>
              <a:gd name="connsiteX0" fmla="*/ 0 w 6858000"/>
              <a:gd name="connsiteY0" fmla="*/ 0 h 3263700"/>
              <a:gd name="connsiteX1" fmla="*/ 6858000 w 6858000"/>
              <a:gd name="connsiteY1" fmla="*/ 0 h 3263700"/>
              <a:gd name="connsiteX2" fmla="*/ 0 w 6858000"/>
              <a:gd name="connsiteY2" fmla="*/ 2122742 h 3263700"/>
              <a:gd name="connsiteX3" fmla="*/ 110843 w 6858000"/>
              <a:gd name="connsiteY3" fmla="*/ 110843 h 3263700"/>
              <a:gd name="connsiteX0" fmla="*/ 0 w 6858000"/>
              <a:gd name="connsiteY0" fmla="*/ 0 h 3263700"/>
              <a:gd name="connsiteX1" fmla="*/ 6858000 w 6858000"/>
              <a:gd name="connsiteY1" fmla="*/ 0 h 3263700"/>
              <a:gd name="connsiteX2" fmla="*/ 0 w 6858000"/>
              <a:gd name="connsiteY2" fmla="*/ 2122742 h 3263700"/>
              <a:gd name="connsiteX0" fmla="*/ 6858000 w 6858000"/>
              <a:gd name="connsiteY0" fmla="*/ 0 h 3263700"/>
              <a:gd name="connsiteX1" fmla="*/ 0 w 6858000"/>
              <a:gd name="connsiteY1" fmla="*/ 2122742 h 3263700"/>
            </a:gdLst>
            <a:ahLst/>
            <a:cxnLst>
              <a:cxn ang="0">
                <a:pos x="connsiteX0" y="connsiteY0"/>
              </a:cxn>
              <a:cxn ang="0">
                <a:pos x="connsiteX1" y="connsiteY1"/>
              </a:cxn>
            </a:cxnLst>
            <a:rect l="l" t="t" r="r" b="b"/>
            <a:pathLst>
              <a:path w="6858000" h="3263700">
                <a:moveTo>
                  <a:pt x="6858000" y="0"/>
                </a:moveTo>
                <a:cubicBezTo>
                  <a:pt x="3301999" y="593278"/>
                  <a:pt x="2044700" y="5415661"/>
                  <a:pt x="0" y="2122742"/>
                </a:cubicBezTo>
              </a:path>
            </a:pathLst>
          </a:custGeom>
          <a:noFill/>
          <a:ln>
            <a:solidFill>
              <a:schemeClr val="bg2">
                <a:lumMod val="60000"/>
                <a:lumOff val="40000"/>
              </a:schemeClr>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7" name="Oval 156">
            <a:extLst>
              <a:ext uri="{FF2B5EF4-FFF2-40B4-BE49-F238E27FC236}">
                <a16:creationId xmlns:a16="http://schemas.microsoft.com/office/drawing/2014/main" id="{BF488651-9666-4CD7-9CFE-33E0566FAF42}"/>
              </a:ext>
            </a:extLst>
          </p:cNvPr>
          <p:cNvSpPr/>
          <p:nvPr userDrawn="1"/>
        </p:nvSpPr>
        <p:spPr bwMode="auto">
          <a:xfrm>
            <a:off x="5703839" y="550770"/>
            <a:ext cx="5756462" cy="5756460"/>
          </a:xfrm>
          <a:prstGeom prst="ellipse">
            <a:avLst/>
          </a:prstGeom>
          <a:gradFill flip="none" rotWithShape="1">
            <a:gsLst>
              <a:gs pos="0">
                <a:schemeClr val="accent2">
                  <a:alpha val="23000"/>
                </a:schemeClr>
              </a:gs>
              <a:gs pos="59000">
                <a:schemeClr val="bg2">
                  <a:lumMod val="60000"/>
                  <a:lumOff val="40000"/>
                  <a:alpha val="26000"/>
                </a:schemeClr>
              </a:gs>
              <a:gs pos="100000">
                <a:schemeClr val="bg2">
                  <a:lumMod val="50000"/>
                  <a:alpha val="0"/>
                </a:schemeClr>
              </a:gs>
            </a:gsLst>
            <a:lin ang="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158" name="Picture 157" descr="A picture containing sky, outdoor, building, city&#10;&#10;Description automatically generated">
            <a:extLst>
              <a:ext uri="{FF2B5EF4-FFF2-40B4-BE49-F238E27FC236}">
                <a16:creationId xmlns:a16="http://schemas.microsoft.com/office/drawing/2014/main" id="{65DD6332-6155-4DEC-9F04-232FA7EFD91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892800" y="648464"/>
            <a:ext cx="5378540" cy="5378538"/>
          </a:xfrm>
          <a:custGeom>
            <a:avLst/>
            <a:gdLst>
              <a:gd name="connsiteX0" fmla="*/ 1575686 w 3151372"/>
              <a:gd name="connsiteY0" fmla="*/ 0 h 3151372"/>
              <a:gd name="connsiteX1" fmla="*/ 3151372 w 3151372"/>
              <a:gd name="connsiteY1" fmla="*/ 1575686 h 3151372"/>
              <a:gd name="connsiteX2" fmla="*/ 1575686 w 3151372"/>
              <a:gd name="connsiteY2" fmla="*/ 3151372 h 3151372"/>
              <a:gd name="connsiteX3" fmla="*/ 0 w 3151372"/>
              <a:gd name="connsiteY3" fmla="*/ 1575686 h 3151372"/>
              <a:gd name="connsiteX4" fmla="*/ 1575686 w 3151372"/>
              <a:gd name="connsiteY4" fmla="*/ 0 h 3151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372" h="3151372">
                <a:moveTo>
                  <a:pt x="1575686" y="0"/>
                </a:moveTo>
                <a:cubicBezTo>
                  <a:pt x="2445913" y="0"/>
                  <a:pt x="3151372" y="705459"/>
                  <a:pt x="3151372" y="1575686"/>
                </a:cubicBezTo>
                <a:cubicBezTo>
                  <a:pt x="3151372" y="2445914"/>
                  <a:pt x="2445913" y="3151372"/>
                  <a:pt x="1575686" y="3151372"/>
                </a:cubicBezTo>
                <a:cubicBezTo>
                  <a:pt x="705459" y="3151372"/>
                  <a:pt x="0" y="2445914"/>
                  <a:pt x="0" y="1575686"/>
                </a:cubicBezTo>
                <a:cubicBezTo>
                  <a:pt x="0" y="705459"/>
                  <a:pt x="705459" y="0"/>
                  <a:pt x="1575686" y="0"/>
                </a:cubicBezTo>
                <a:close/>
              </a:path>
            </a:pathLst>
          </a:custGeom>
          <a:ln w="50800">
            <a:noFill/>
          </a:ln>
          <a:effectLst>
            <a:outerShdw blurRad="228600" algn="ctr" rotWithShape="0">
              <a:prstClr val="black">
                <a:alpha val="72000"/>
              </a:prstClr>
            </a:outerShdw>
          </a:effectLst>
        </p:spPr>
      </p:pic>
      <p:sp>
        <p:nvSpPr>
          <p:cNvPr id="152" name="Oval 151">
            <a:extLst>
              <a:ext uri="{FF2B5EF4-FFF2-40B4-BE49-F238E27FC236}">
                <a16:creationId xmlns:a16="http://schemas.microsoft.com/office/drawing/2014/main" id="{3C0B9325-0603-4BC9-B5F7-CF77F7EF17A4}"/>
              </a:ext>
            </a:extLst>
          </p:cNvPr>
          <p:cNvSpPr/>
          <p:nvPr userDrawn="1"/>
        </p:nvSpPr>
        <p:spPr>
          <a:xfrm rot="8100000">
            <a:off x="10304340" y="4564459"/>
            <a:ext cx="1149349" cy="1149349"/>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77" name="Oval 76">
            <a:extLst>
              <a:ext uri="{FF2B5EF4-FFF2-40B4-BE49-F238E27FC236}">
                <a16:creationId xmlns:a16="http://schemas.microsoft.com/office/drawing/2014/main" id="{DDAFBEB5-0B3F-4915-ACDB-725063328570}"/>
              </a:ext>
            </a:extLst>
          </p:cNvPr>
          <p:cNvSpPr/>
          <p:nvPr userDrawn="1"/>
        </p:nvSpPr>
        <p:spPr>
          <a:xfrm rot="8100000">
            <a:off x="10026746" y="5187747"/>
            <a:ext cx="783027" cy="783027"/>
          </a:xfrm>
          <a:prstGeom prst="ellipse">
            <a:avLst/>
          </a:prstGeom>
          <a:gradFill>
            <a:gsLst>
              <a:gs pos="100000">
                <a:schemeClr val="bg2">
                  <a:lumMod val="60000"/>
                  <a:lumOff val="40000"/>
                </a:schemeClr>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4829564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186675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5285392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8792515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43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36943594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4">
          <p15:clr>
            <a:srgbClr val="FBAE40"/>
          </p15:clr>
        </p15:guide>
        <p15:guide id="6" pos="336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End Slide Color Bkg">
    <p:bg>
      <p:bgPr>
        <a:solidFill>
          <a:schemeClr val="accent2">
            <a:lumMod val="75000"/>
          </a:schemeClr>
        </a:solidFill>
        <a:effectLst/>
      </p:bgPr>
    </p:bg>
    <p:spTree>
      <p:nvGrpSpPr>
        <p:cNvPr id="1" name=""/>
        <p:cNvGrpSpPr/>
        <p:nvPr/>
      </p:nvGrpSpPr>
      <p:grpSpPr>
        <a:xfrm>
          <a:off x="0" y="0"/>
          <a:ext cx="0" cy="0"/>
          <a:chOff x="0" y="0"/>
          <a:chExt cx="0" cy="0"/>
        </a:xfrm>
      </p:grpSpPr>
      <p:grpSp>
        <p:nvGrpSpPr>
          <p:cNvPr id="64" name="Group 63">
            <a:extLst>
              <a:ext uri="{FF2B5EF4-FFF2-40B4-BE49-F238E27FC236}">
                <a16:creationId xmlns:a16="http://schemas.microsoft.com/office/drawing/2014/main" id="{79C86E44-7A96-4A5A-9672-766019583558}"/>
              </a:ext>
            </a:extLst>
          </p:cNvPr>
          <p:cNvGrpSpPr/>
          <p:nvPr userDrawn="1"/>
        </p:nvGrpSpPr>
        <p:grpSpPr>
          <a:xfrm>
            <a:off x="2982318" y="1092202"/>
            <a:ext cx="7261027" cy="5232348"/>
            <a:chOff x="2982318" y="1092202"/>
            <a:chExt cx="7261027" cy="5232348"/>
          </a:xfrm>
        </p:grpSpPr>
        <p:grpSp>
          <p:nvGrpSpPr>
            <p:cNvPr id="2" name="Group 1">
              <a:extLst>
                <a:ext uri="{FF2B5EF4-FFF2-40B4-BE49-F238E27FC236}">
                  <a16:creationId xmlns:a16="http://schemas.microsoft.com/office/drawing/2014/main" id="{1F262BA5-71B2-48D9-996E-6DFEDC3959D4}"/>
                </a:ext>
              </a:extLst>
            </p:cNvPr>
            <p:cNvGrpSpPr/>
            <p:nvPr userDrawn="1"/>
          </p:nvGrpSpPr>
          <p:grpSpPr>
            <a:xfrm>
              <a:off x="3759202" y="1092202"/>
              <a:ext cx="4673598" cy="4673596"/>
              <a:chOff x="6366836" y="410668"/>
              <a:chExt cx="5541621" cy="5541620"/>
            </a:xfrm>
          </p:grpSpPr>
          <p:grpSp>
            <p:nvGrpSpPr>
              <p:cNvPr id="6" name="Group 5">
                <a:extLst>
                  <a:ext uri="{FF2B5EF4-FFF2-40B4-BE49-F238E27FC236}">
                    <a16:creationId xmlns:a16="http://schemas.microsoft.com/office/drawing/2014/main" id="{D5E54814-F366-416F-91C1-340C62E77CC5}"/>
                  </a:ext>
                </a:extLst>
              </p:cNvPr>
              <p:cNvGrpSpPr/>
              <p:nvPr userDrawn="1"/>
            </p:nvGrpSpPr>
            <p:grpSpPr>
              <a:xfrm rot="14400000">
                <a:off x="6366837" y="449037"/>
                <a:ext cx="5541620" cy="5464881"/>
                <a:chOff x="875959" y="1865373"/>
                <a:chExt cx="3786235" cy="3733804"/>
              </a:xfrm>
            </p:grpSpPr>
            <p:sp>
              <p:nvSpPr>
                <p:cNvPr id="8" name="Arc 7">
                  <a:extLst>
                    <a:ext uri="{FF2B5EF4-FFF2-40B4-BE49-F238E27FC236}">
                      <a16:creationId xmlns:a16="http://schemas.microsoft.com/office/drawing/2014/main" id="{4E78DD4A-7E2D-4C27-81A6-9CE2003C0139}"/>
                    </a:ext>
                  </a:extLst>
                </p:cNvPr>
                <p:cNvSpPr/>
                <p:nvPr/>
              </p:nvSpPr>
              <p:spPr bwMode="auto">
                <a:xfrm>
                  <a:off x="875959" y="1865373"/>
                  <a:ext cx="3733804" cy="3733804"/>
                </a:xfrm>
                <a:prstGeom prst="arc">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0" name="Group 9">
                  <a:extLst>
                    <a:ext uri="{FF2B5EF4-FFF2-40B4-BE49-F238E27FC236}">
                      <a16:creationId xmlns:a16="http://schemas.microsoft.com/office/drawing/2014/main" id="{34210BA4-2704-4154-A1DC-AD00A0BB5877}"/>
                    </a:ext>
                  </a:extLst>
                </p:cNvPr>
                <p:cNvGrpSpPr/>
                <p:nvPr/>
              </p:nvGrpSpPr>
              <p:grpSpPr>
                <a:xfrm>
                  <a:off x="4557332" y="3695159"/>
                  <a:ext cx="104862" cy="104862"/>
                  <a:chOff x="2201309" y="2666855"/>
                  <a:chExt cx="146888" cy="146888"/>
                </a:xfrm>
              </p:grpSpPr>
              <p:sp>
                <p:nvSpPr>
                  <p:cNvPr id="11" name="Oval 10">
                    <a:extLst>
                      <a:ext uri="{FF2B5EF4-FFF2-40B4-BE49-F238E27FC236}">
                        <a16:creationId xmlns:a16="http://schemas.microsoft.com/office/drawing/2014/main" id="{D4FDDB43-6B5E-415C-8A0A-8A6F8FFD5D7B}"/>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2" name="Oval 11">
                    <a:extLst>
                      <a:ext uri="{FF2B5EF4-FFF2-40B4-BE49-F238E27FC236}">
                        <a16:creationId xmlns:a16="http://schemas.microsoft.com/office/drawing/2014/main" id="{9348966C-841B-4554-AE20-16278EC201CC}"/>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grpSp>
            <p:nvGrpSpPr>
              <p:cNvPr id="13" name="Group 12">
                <a:extLst>
                  <a:ext uri="{FF2B5EF4-FFF2-40B4-BE49-F238E27FC236}">
                    <a16:creationId xmlns:a16="http://schemas.microsoft.com/office/drawing/2014/main" id="{B4FB66A9-219F-410E-A818-5B9D12904E88}"/>
                  </a:ext>
                </a:extLst>
              </p:cNvPr>
              <p:cNvGrpSpPr/>
              <p:nvPr userDrawn="1"/>
            </p:nvGrpSpPr>
            <p:grpSpPr>
              <a:xfrm rot="7200000">
                <a:off x="6366837" y="449037"/>
                <a:ext cx="5541620" cy="5464881"/>
                <a:chOff x="875959" y="1865373"/>
                <a:chExt cx="3786235" cy="3733804"/>
              </a:xfrm>
            </p:grpSpPr>
            <p:sp>
              <p:nvSpPr>
                <p:cNvPr id="14" name="Arc 13">
                  <a:extLst>
                    <a:ext uri="{FF2B5EF4-FFF2-40B4-BE49-F238E27FC236}">
                      <a16:creationId xmlns:a16="http://schemas.microsoft.com/office/drawing/2014/main" id="{FF57BDCE-BB46-4DB7-A7E0-9FBA75D7D15D}"/>
                    </a:ext>
                  </a:extLst>
                </p:cNvPr>
                <p:cNvSpPr/>
                <p:nvPr/>
              </p:nvSpPr>
              <p:spPr bwMode="auto">
                <a:xfrm>
                  <a:off x="875959" y="1865373"/>
                  <a:ext cx="3733804" cy="3733804"/>
                </a:xfrm>
                <a:prstGeom prst="arc">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5" name="Group 14">
                  <a:extLst>
                    <a:ext uri="{FF2B5EF4-FFF2-40B4-BE49-F238E27FC236}">
                      <a16:creationId xmlns:a16="http://schemas.microsoft.com/office/drawing/2014/main" id="{2B0E56FE-FF0B-4D50-913B-7A4E5B65EECC}"/>
                    </a:ext>
                  </a:extLst>
                </p:cNvPr>
                <p:cNvGrpSpPr/>
                <p:nvPr/>
              </p:nvGrpSpPr>
              <p:grpSpPr>
                <a:xfrm>
                  <a:off x="4557332" y="3695159"/>
                  <a:ext cx="104862" cy="104862"/>
                  <a:chOff x="2201309" y="2666855"/>
                  <a:chExt cx="146888" cy="146888"/>
                </a:xfrm>
              </p:grpSpPr>
              <p:sp>
                <p:nvSpPr>
                  <p:cNvPr id="16" name="Oval 15">
                    <a:extLst>
                      <a:ext uri="{FF2B5EF4-FFF2-40B4-BE49-F238E27FC236}">
                        <a16:creationId xmlns:a16="http://schemas.microsoft.com/office/drawing/2014/main" id="{0572ACEB-8552-4C56-8433-B3CE49D4DF98}"/>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7" name="Oval 16">
                    <a:extLst>
                      <a:ext uri="{FF2B5EF4-FFF2-40B4-BE49-F238E27FC236}">
                        <a16:creationId xmlns:a16="http://schemas.microsoft.com/office/drawing/2014/main" id="{7F325C51-D665-4BF3-996D-10E0C44D7275}"/>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grpSp>
            <p:nvGrpSpPr>
              <p:cNvPr id="18" name="Group 17">
                <a:extLst>
                  <a:ext uri="{FF2B5EF4-FFF2-40B4-BE49-F238E27FC236}">
                    <a16:creationId xmlns:a16="http://schemas.microsoft.com/office/drawing/2014/main" id="{D6CC9418-3B11-4C25-B8AF-0247FE82448F}"/>
                  </a:ext>
                </a:extLst>
              </p:cNvPr>
              <p:cNvGrpSpPr/>
              <p:nvPr userDrawn="1"/>
            </p:nvGrpSpPr>
            <p:grpSpPr>
              <a:xfrm>
                <a:off x="6366836" y="449038"/>
                <a:ext cx="5541621" cy="5464881"/>
                <a:chOff x="875959" y="1865373"/>
                <a:chExt cx="3786235" cy="3733804"/>
              </a:xfrm>
            </p:grpSpPr>
            <p:sp>
              <p:nvSpPr>
                <p:cNvPr id="19" name="Arc 18">
                  <a:extLst>
                    <a:ext uri="{FF2B5EF4-FFF2-40B4-BE49-F238E27FC236}">
                      <a16:creationId xmlns:a16="http://schemas.microsoft.com/office/drawing/2014/main" id="{641ED2E4-D6AC-4DD9-97C3-79F3262A8573}"/>
                    </a:ext>
                  </a:extLst>
                </p:cNvPr>
                <p:cNvSpPr/>
                <p:nvPr/>
              </p:nvSpPr>
              <p:spPr bwMode="auto">
                <a:xfrm>
                  <a:off x="875959" y="1865373"/>
                  <a:ext cx="3733804" cy="3733804"/>
                </a:xfrm>
                <a:prstGeom prst="arc">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20" name="Group 19">
                  <a:extLst>
                    <a:ext uri="{FF2B5EF4-FFF2-40B4-BE49-F238E27FC236}">
                      <a16:creationId xmlns:a16="http://schemas.microsoft.com/office/drawing/2014/main" id="{87BD4A4A-0384-4FBA-8006-6E0D2FF214E8}"/>
                    </a:ext>
                  </a:extLst>
                </p:cNvPr>
                <p:cNvGrpSpPr/>
                <p:nvPr/>
              </p:nvGrpSpPr>
              <p:grpSpPr>
                <a:xfrm>
                  <a:off x="4557332" y="3695159"/>
                  <a:ext cx="104862" cy="104862"/>
                  <a:chOff x="2201309" y="2666855"/>
                  <a:chExt cx="146888" cy="146888"/>
                </a:xfrm>
              </p:grpSpPr>
              <p:sp>
                <p:nvSpPr>
                  <p:cNvPr id="21" name="Oval 20">
                    <a:extLst>
                      <a:ext uri="{FF2B5EF4-FFF2-40B4-BE49-F238E27FC236}">
                        <a16:creationId xmlns:a16="http://schemas.microsoft.com/office/drawing/2014/main" id="{BFEF5E4C-1026-44BF-9FF8-96234F3AA98F}"/>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2" name="Oval 21">
                    <a:extLst>
                      <a:ext uri="{FF2B5EF4-FFF2-40B4-BE49-F238E27FC236}">
                        <a16:creationId xmlns:a16="http://schemas.microsoft.com/office/drawing/2014/main" id="{86710355-31C8-4FB1-9333-B498B77256D4}"/>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grpSp>
        <p:sp>
          <p:nvSpPr>
            <p:cNvPr id="56" name="Oval 55">
              <a:extLst>
                <a:ext uri="{FF2B5EF4-FFF2-40B4-BE49-F238E27FC236}">
                  <a16:creationId xmlns:a16="http://schemas.microsoft.com/office/drawing/2014/main" id="{AB63A665-F264-4EB7-B1F5-51DC489AD63E}"/>
                </a:ext>
              </a:extLst>
            </p:cNvPr>
            <p:cNvSpPr/>
            <p:nvPr userDrawn="1"/>
          </p:nvSpPr>
          <p:spPr>
            <a:xfrm rot="8100000">
              <a:off x="7132696" y="1269478"/>
              <a:ext cx="658710" cy="658710"/>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51" name="Group 50">
              <a:extLst>
                <a:ext uri="{FF2B5EF4-FFF2-40B4-BE49-F238E27FC236}">
                  <a16:creationId xmlns:a16="http://schemas.microsoft.com/office/drawing/2014/main" id="{08D9D42E-A58B-46B5-99D5-71CD0E55283E}"/>
                </a:ext>
              </a:extLst>
            </p:cNvPr>
            <p:cNvGrpSpPr/>
            <p:nvPr userDrawn="1"/>
          </p:nvGrpSpPr>
          <p:grpSpPr>
            <a:xfrm>
              <a:off x="7629357" y="1512180"/>
              <a:ext cx="2613988" cy="2193819"/>
              <a:chOff x="541213" y="2695488"/>
              <a:chExt cx="1785971" cy="1498896"/>
            </a:xfrm>
          </p:grpSpPr>
          <p:grpSp>
            <p:nvGrpSpPr>
              <p:cNvPr id="52" name="Group 51">
                <a:extLst>
                  <a:ext uri="{FF2B5EF4-FFF2-40B4-BE49-F238E27FC236}">
                    <a16:creationId xmlns:a16="http://schemas.microsoft.com/office/drawing/2014/main" id="{10EE66AA-B335-4E7E-9FDD-8914D0BEADB5}"/>
                  </a:ext>
                </a:extLst>
              </p:cNvPr>
              <p:cNvGrpSpPr/>
              <p:nvPr/>
            </p:nvGrpSpPr>
            <p:grpSpPr>
              <a:xfrm>
                <a:off x="2222322" y="2695488"/>
                <a:ext cx="104862" cy="104862"/>
                <a:chOff x="2201309" y="2666855"/>
                <a:chExt cx="146888" cy="146888"/>
              </a:xfrm>
            </p:grpSpPr>
            <p:sp>
              <p:nvSpPr>
                <p:cNvPr id="54" name="Oval 53">
                  <a:extLst>
                    <a:ext uri="{FF2B5EF4-FFF2-40B4-BE49-F238E27FC236}">
                      <a16:creationId xmlns:a16="http://schemas.microsoft.com/office/drawing/2014/main" id="{E628A2F7-2027-4F0B-B36D-1DC960AC7E4E}"/>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5" name="Oval 54">
                  <a:extLst>
                    <a:ext uri="{FF2B5EF4-FFF2-40B4-BE49-F238E27FC236}">
                      <a16:creationId xmlns:a16="http://schemas.microsoft.com/office/drawing/2014/main" id="{A3E0ABBC-4C0F-4B88-BAB1-A7925CFF3485}"/>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53" name="Straight Connector 52">
                <a:extLst>
                  <a:ext uri="{FF2B5EF4-FFF2-40B4-BE49-F238E27FC236}">
                    <a16:creationId xmlns:a16="http://schemas.microsoft.com/office/drawing/2014/main" id="{2E10771F-F640-4966-B2EA-1E68CF769754}"/>
                  </a:ext>
                </a:extLst>
              </p:cNvPr>
              <p:cNvCxnSpPr>
                <a:cxnSpLocks/>
              </p:cNvCxnSpPr>
              <p:nvPr/>
            </p:nvCxnSpPr>
            <p:spPr>
              <a:xfrm flipV="1">
                <a:off x="541213" y="2747010"/>
                <a:ext cx="1733357" cy="1447374"/>
              </a:xfrm>
              <a:prstGeom prst="line">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cxnSp>
        </p:grpSp>
        <p:sp>
          <p:nvSpPr>
            <p:cNvPr id="4" name="Oval 3">
              <a:extLst>
                <a:ext uri="{FF2B5EF4-FFF2-40B4-BE49-F238E27FC236}">
                  <a16:creationId xmlns:a16="http://schemas.microsoft.com/office/drawing/2014/main" id="{423DD366-3B50-4C9A-9B10-7701195703D4}"/>
                </a:ext>
              </a:extLst>
            </p:cNvPr>
            <p:cNvSpPr/>
            <p:nvPr userDrawn="1"/>
          </p:nvSpPr>
          <p:spPr bwMode="auto">
            <a:xfrm>
              <a:off x="6097812" y="2793131"/>
              <a:ext cx="2931888" cy="2931888"/>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5" name="Oval 24">
              <a:extLst>
                <a:ext uri="{FF2B5EF4-FFF2-40B4-BE49-F238E27FC236}">
                  <a16:creationId xmlns:a16="http://schemas.microsoft.com/office/drawing/2014/main" id="{3091DCAE-3B36-43BB-BA4F-DB3BA088AB54}"/>
                </a:ext>
              </a:extLst>
            </p:cNvPr>
            <p:cNvSpPr/>
            <p:nvPr userDrawn="1"/>
          </p:nvSpPr>
          <p:spPr>
            <a:xfrm rot="8100000">
              <a:off x="3798598" y="4148341"/>
              <a:ext cx="658710" cy="658710"/>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31" name="Group 30">
              <a:extLst>
                <a:ext uri="{FF2B5EF4-FFF2-40B4-BE49-F238E27FC236}">
                  <a16:creationId xmlns:a16="http://schemas.microsoft.com/office/drawing/2014/main" id="{82D47D16-6407-4C5F-85B3-C5C94027114A}"/>
                </a:ext>
              </a:extLst>
            </p:cNvPr>
            <p:cNvGrpSpPr/>
            <p:nvPr userDrawn="1"/>
          </p:nvGrpSpPr>
          <p:grpSpPr>
            <a:xfrm>
              <a:off x="2982318" y="5448247"/>
              <a:ext cx="1036149" cy="876303"/>
              <a:chOff x="8218080" y="5599177"/>
              <a:chExt cx="707934" cy="598722"/>
            </a:xfrm>
          </p:grpSpPr>
          <p:grpSp>
            <p:nvGrpSpPr>
              <p:cNvPr id="32" name="Group 31">
                <a:extLst>
                  <a:ext uri="{FF2B5EF4-FFF2-40B4-BE49-F238E27FC236}">
                    <a16:creationId xmlns:a16="http://schemas.microsoft.com/office/drawing/2014/main" id="{2D9FFE66-B49A-4D4B-B565-80F679D01597}"/>
                  </a:ext>
                </a:extLst>
              </p:cNvPr>
              <p:cNvGrpSpPr/>
              <p:nvPr/>
            </p:nvGrpSpPr>
            <p:grpSpPr>
              <a:xfrm>
                <a:off x="8821152" y="5599177"/>
                <a:ext cx="104862" cy="104862"/>
                <a:chOff x="2201309" y="2666855"/>
                <a:chExt cx="146888" cy="146888"/>
              </a:xfrm>
            </p:grpSpPr>
            <p:sp>
              <p:nvSpPr>
                <p:cNvPr id="34" name="Oval 33">
                  <a:extLst>
                    <a:ext uri="{FF2B5EF4-FFF2-40B4-BE49-F238E27FC236}">
                      <a16:creationId xmlns:a16="http://schemas.microsoft.com/office/drawing/2014/main" id="{0181BC63-5C10-4BD9-90B7-22EC79006B9A}"/>
                    </a:ext>
                  </a:extLst>
                </p:cNvPr>
                <p:cNvSpPr/>
                <p:nvPr/>
              </p:nvSpPr>
              <p:spPr bwMode="auto">
                <a:xfrm>
                  <a:off x="2201309" y="2666855"/>
                  <a:ext cx="146888" cy="146888"/>
                </a:xfrm>
                <a:prstGeom prst="ellipse">
                  <a:avLst/>
                </a:prstGeom>
                <a:solidFill>
                  <a:schemeClr val="accent3">
                    <a:alpha val="70000"/>
                  </a:scheme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5" name="Oval 34">
                  <a:extLst>
                    <a:ext uri="{FF2B5EF4-FFF2-40B4-BE49-F238E27FC236}">
                      <a16:creationId xmlns:a16="http://schemas.microsoft.com/office/drawing/2014/main" id="{99FF568E-F5F5-4112-9AF5-99ED4FD94E8E}"/>
                    </a:ext>
                  </a:extLst>
                </p:cNvPr>
                <p:cNvSpPr/>
                <p:nvPr/>
              </p:nvSpPr>
              <p:spPr bwMode="auto">
                <a:xfrm>
                  <a:off x="2245682" y="2711228"/>
                  <a:ext cx="58142" cy="58142"/>
                </a:xfrm>
                <a:prstGeom prst="ellipse">
                  <a:avLst/>
                </a:prstGeom>
                <a:solidFill>
                  <a:schemeClr val="accent3">
                    <a:alpha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33" name="Straight Connector 32">
                <a:extLst>
                  <a:ext uri="{FF2B5EF4-FFF2-40B4-BE49-F238E27FC236}">
                    <a16:creationId xmlns:a16="http://schemas.microsoft.com/office/drawing/2014/main" id="{9574B84A-3957-44D0-B3EF-AF5D299E2E1A}"/>
                  </a:ext>
                </a:extLst>
              </p:cNvPr>
              <p:cNvCxnSpPr>
                <a:cxnSpLocks/>
              </p:cNvCxnSpPr>
              <p:nvPr/>
            </p:nvCxnSpPr>
            <p:spPr>
              <a:xfrm flipV="1">
                <a:off x="8218080" y="5650699"/>
                <a:ext cx="655320" cy="547200"/>
              </a:xfrm>
              <a:prstGeom prst="line">
                <a:avLst/>
              </a:prstGeom>
              <a:noFill/>
              <a:ln w="9525" cap="flat" cmpd="sng" algn="ctr">
                <a:gradFill flip="none" rotWithShape="1">
                  <a:gsLst>
                    <a:gs pos="0">
                      <a:schemeClr val="accent3"/>
                    </a:gs>
                    <a:gs pos="84000">
                      <a:srgbClr val="243A5E">
                        <a:lumMod val="75000"/>
                      </a:srgbClr>
                    </a:gs>
                  </a:gsLst>
                  <a:lin ang="10800000" scaled="1"/>
                  <a:tileRect/>
                </a:gradFill>
                <a:prstDash val="solid"/>
                <a:headEnd type="none" w="lg" len="med"/>
                <a:tailEnd type="none" w="lg" len="med"/>
              </a:ln>
              <a:effectLst/>
            </p:spPr>
          </p:cxnSp>
        </p:grpSp>
        <p:grpSp>
          <p:nvGrpSpPr>
            <p:cNvPr id="36" name="Group 35">
              <a:extLst>
                <a:ext uri="{FF2B5EF4-FFF2-40B4-BE49-F238E27FC236}">
                  <a16:creationId xmlns:a16="http://schemas.microsoft.com/office/drawing/2014/main" id="{18C599E2-416E-4058-95C8-AAB166EFA093}"/>
                </a:ext>
              </a:extLst>
            </p:cNvPr>
            <p:cNvGrpSpPr/>
            <p:nvPr userDrawn="1"/>
          </p:nvGrpSpPr>
          <p:grpSpPr>
            <a:xfrm>
              <a:off x="3146836" y="4772142"/>
              <a:ext cx="687682" cy="581594"/>
              <a:chOff x="1619250" y="2695488"/>
              <a:chExt cx="707934" cy="598722"/>
            </a:xfrm>
          </p:grpSpPr>
          <p:grpSp>
            <p:nvGrpSpPr>
              <p:cNvPr id="37" name="Group 36">
                <a:extLst>
                  <a:ext uri="{FF2B5EF4-FFF2-40B4-BE49-F238E27FC236}">
                    <a16:creationId xmlns:a16="http://schemas.microsoft.com/office/drawing/2014/main" id="{395B79A7-6775-4276-B1A9-CCE632D6E5DE}"/>
                  </a:ext>
                </a:extLst>
              </p:cNvPr>
              <p:cNvGrpSpPr/>
              <p:nvPr/>
            </p:nvGrpSpPr>
            <p:grpSpPr>
              <a:xfrm>
                <a:off x="2222322" y="2695488"/>
                <a:ext cx="104862" cy="104862"/>
                <a:chOff x="2201309" y="2666855"/>
                <a:chExt cx="146888" cy="146888"/>
              </a:xfrm>
            </p:grpSpPr>
            <p:sp>
              <p:nvSpPr>
                <p:cNvPr id="39" name="Oval 38">
                  <a:extLst>
                    <a:ext uri="{FF2B5EF4-FFF2-40B4-BE49-F238E27FC236}">
                      <a16:creationId xmlns:a16="http://schemas.microsoft.com/office/drawing/2014/main" id="{19E5D6AD-99E1-4F83-87E8-99AC54D79123}"/>
                    </a:ext>
                  </a:extLst>
                </p:cNvPr>
                <p:cNvSpPr/>
                <p:nvPr/>
              </p:nvSpPr>
              <p:spPr bwMode="auto">
                <a:xfrm>
                  <a:off x="2201309" y="2666855"/>
                  <a:ext cx="146888" cy="146888"/>
                </a:xfrm>
                <a:prstGeom prst="ellipse">
                  <a:avLst/>
                </a:prstGeom>
                <a:solidFill>
                  <a:schemeClr val="accent3">
                    <a:alpha val="70000"/>
                  </a:scheme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0" name="Oval 39">
                  <a:extLst>
                    <a:ext uri="{FF2B5EF4-FFF2-40B4-BE49-F238E27FC236}">
                      <a16:creationId xmlns:a16="http://schemas.microsoft.com/office/drawing/2014/main" id="{F147538B-A45E-415B-86D4-65E8841E0D0C}"/>
                    </a:ext>
                  </a:extLst>
                </p:cNvPr>
                <p:cNvSpPr/>
                <p:nvPr/>
              </p:nvSpPr>
              <p:spPr bwMode="auto">
                <a:xfrm>
                  <a:off x="2245682" y="2711228"/>
                  <a:ext cx="58142" cy="58142"/>
                </a:xfrm>
                <a:prstGeom prst="ellipse">
                  <a:avLst/>
                </a:prstGeom>
                <a:solidFill>
                  <a:schemeClr val="accent3">
                    <a:alpha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38" name="Straight Connector 37">
                <a:extLst>
                  <a:ext uri="{FF2B5EF4-FFF2-40B4-BE49-F238E27FC236}">
                    <a16:creationId xmlns:a16="http://schemas.microsoft.com/office/drawing/2014/main" id="{DDC4DAA1-740B-465D-813B-46996B2D9297}"/>
                  </a:ext>
                </a:extLst>
              </p:cNvPr>
              <p:cNvCxnSpPr>
                <a:cxnSpLocks/>
              </p:cNvCxnSpPr>
              <p:nvPr/>
            </p:nvCxnSpPr>
            <p:spPr>
              <a:xfrm flipV="1">
                <a:off x="1619250" y="2747010"/>
                <a:ext cx="655320" cy="547200"/>
              </a:xfrm>
              <a:prstGeom prst="line">
                <a:avLst/>
              </a:prstGeom>
              <a:noFill/>
              <a:ln w="9525" cap="flat" cmpd="sng" algn="ctr">
                <a:gradFill flip="none" rotWithShape="1">
                  <a:gsLst>
                    <a:gs pos="0">
                      <a:schemeClr val="accent3"/>
                    </a:gs>
                    <a:gs pos="84000">
                      <a:srgbClr val="243A5E">
                        <a:lumMod val="75000"/>
                      </a:srgbClr>
                    </a:gs>
                  </a:gsLst>
                  <a:lin ang="10800000" scaled="1"/>
                  <a:tileRect/>
                </a:gradFill>
                <a:prstDash val="solid"/>
                <a:headEnd type="none" w="lg" len="med"/>
                <a:tailEnd type="none" w="lg" len="med"/>
              </a:ln>
              <a:effectLst/>
            </p:spPr>
          </p:cxnSp>
        </p:grpSp>
        <p:sp>
          <p:nvSpPr>
            <p:cNvPr id="57" name="Oval 56">
              <a:extLst>
                <a:ext uri="{FF2B5EF4-FFF2-40B4-BE49-F238E27FC236}">
                  <a16:creationId xmlns:a16="http://schemas.microsoft.com/office/drawing/2014/main" id="{F6CA796D-CC00-41E0-B47B-BE1A6F54CAE0}"/>
                </a:ext>
              </a:extLst>
            </p:cNvPr>
            <p:cNvSpPr/>
            <p:nvPr userDrawn="1"/>
          </p:nvSpPr>
          <p:spPr bwMode="auto">
            <a:xfrm flipV="1">
              <a:off x="8349894" y="1921292"/>
              <a:ext cx="465190" cy="465190"/>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8" name="Oval 57">
              <a:extLst>
                <a:ext uri="{FF2B5EF4-FFF2-40B4-BE49-F238E27FC236}">
                  <a16:creationId xmlns:a16="http://schemas.microsoft.com/office/drawing/2014/main" id="{7D670EAD-4BEE-4C33-AD0B-B4252E5FB583}"/>
                </a:ext>
              </a:extLst>
            </p:cNvPr>
            <p:cNvSpPr/>
            <p:nvPr userDrawn="1"/>
          </p:nvSpPr>
          <p:spPr bwMode="auto">
            <a:xfrm flipV="1">
              <a:off x="7154463" y="1662861"/>
              <a:ext cx="233102" cy="233102"/>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59" name="Group 58">
              <a:extLst>
                <a:ext uri="{FF2B5EF4-FFF2-40B4-BE49-F238E27FC236}">
                  <a16:creationId xmlns:a16="http://schemas.microsoft.com/office/drawing/2014/main" id="{73FAA4CC-6CC0-4831-9E35-CAF36D2DC2A9}"/>
                </a:ext>
              </a:extLst>
            </p:cNvPr>
            <p:cNvGrpSpPr/>
            <p:nvPr userDrawn="1"/>
          </p:nvGrpSpPr>
          <p:grpSpPr>
            <a:xfrm>
              <a:off x="7689915" y="2539900"/>
              <a:ext cx="687682" cy="581594"/>
              <a:chOff x="1619250" y="2695488"/>
              <a:chExt cx="707934" cy="598722"/>
            </a:xfrm>
          </p:grpSpPr>
          <p:grpSp>
            <p:nvGrpSpPr>
              <p:cNvPr id="60" name="Group 59">
                <a:extLst>
                  <a:ext uri="{FF2B5EF4-FFF2-40B4-BE49-F238E27FC236}">
                    <a16:creationId xmlns:a16="http://schemas.microsoft.com/office/drawing/2014/main" id="{5E14867C-50E6-4DCD-B1AA-C2D043EA9646}"/>
                  </a:ext>
                </a:extLst>
              </p:cNvPr>
              <p:cNvGrpSpPr/>
              <p:nvPr/>
            </p:nvGrpSpPr>
            <p:grpSpPr>
              <a:xfrm>
                <a:off x="2222322" y="2695488"/>
                <a:ext cx="104862" cy="104862"/>
                <a:chOff x="2201309" y="2666855"/>
                <a:chExt cx="146888" cy="146888"/>
              </a:xfrm>
            </p:grpSpPr>
            <p:sp>
              <p:nvSpPr>
                <p:cNvPr id="62" name="Oval 61">
                  <a:extLst>
                    <a:ext uri="{FF2B5EF4-FFF2-40B4-BE49-F238E27FC236}">
                      <a16:creationId xmlns:a16="http://schemas.microsoft.com/office/drawing/2014/main" id="{8271120E-48C1-4764-994A-C9EB5C78F51D}"/>
                    </a:ext>
                  </a:extLst>
                </p:cNvPr>
                <p:cNvSpPr/>
                <p:nvPr/>
              </p:nvSpPr>
              <p:spPr bwMode="auto">
                <a:xfrm>
                  <a:off x="2201309" y="2666855"/>
                  <a:ext cx="146888" cy="146888"/>
                </a:xfrm>
                <a:prstGeom prst="ellipse">
                  <a:avLst/>
                </a:prstGeom>
                <a:solidFill>
                  <a:schemeClr val="accent3">
                    <a:alpha val="70000"/>
                  </a:scheme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3" name="Oval 62">
                  <a:extLst>
                    <a:ext uri="{FF2B5EF4-FFF2-40B4-BE49-F238E27FC236}">
                      <a16:creationId xmlns:a16="http://schemas.microsoft.com/office/drawing/2014/main" id="{3D7CB052-3EAD-440A-B77B-CFD8DF6B4092}"/>
                    </a:ext>
                  </a:extLst>
                </p:cNvPr>
                <p:cNvSpPr/>
                <p:nvPr/>
              </p:nvSpPr>
              <p:spPr bwMode="auto">
                <a:xfrm>
                  <a:off x="2245682" y="2711228"/>
                  <a:ext cx="58142" cy="58142"/>
                </a:xfrm>
                <a:prstGeom prst="ellipse">
                  <a:avLst/>
                </a:prstGeom>
                <a:solidFill>
                  <a:schemeClr val="accent3">
                    <a:alpha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61" name="Straight Connector 60">
                <a:extLst>
                  <a:ext uri="{FF2B5EF4-FFF2-40B4-BE49-F238E27FC236}">
                    <a16:creationId xmlns:a16="http://schemas.microsoft.com/office/drawing/2014/main" id="{EF14623E-4A88-49EB-9EDB-8A928EC7675A}"/>
                  </a:ext>
                </a:extLst>
              </p:cNvPr>
              <p:cNvCxnSpPr>
                <a:cxnSpLocks/>
              </p:cNvCxnSpPr>
              <p:nvPr/>
            </p:nvCxnSpPr>
            <p:spPr>
              <a:xfrm flipV="1">
                <a:off x="1619250" y="2747010"/>
                <a:ext cx="655320" cy="547200"/>
              </a:xfrm>
              <a:prstGeom prst="line">
                <a:avLst/>
              </a:prstGeom>
              <a:noFill/>
              <a:ln w="9525" cap="flat" cmpd="sng" algn="ctr">
                <a:gradFill flip="none" rotWithShape="1">
                  <a:gsLst>
                    <a:gs pos="0">
                      <a:schemeClr val="accent3"/>
                    </a:gs>
                    <a:gs pos="84000">
                      <a:srgbClr val="243A5E">
                        <a:lumMod val="75000"/>
                      </a:srgbClr>
                    </a:gs>
                  </a:gsLst>
                  <a:lin ang="10800000" scaled="1"/>
                  <a:tileRect/>
                </a:gradFill>
                <a:prstDash val="solid"/>
                <a:headEnd type="none" w="lg" len="med"/>
                <a:tailEnd type="none" w="lg" len="med"/>
              </a:ln>
              <a:effectLst/>
            </p:spPr>
          </p:cxnSp>
        </p:grpSp>
        <p:sp>
          <p:nvSpPr>
            <p:cNvPr id="5" name="Oval 4">
              <a:extLst>
                <a:ext uri="{FF2B5EF4-FFF2-40B4-BE49-F238E27FC236}">
                  <a16:creationId xmlns:a16="http://schemas.microsoft.com/office/drawing/2014/main" id="{8595BE92-05CD-4E9F-AAD0-1C739DB38ACA}"/>
                </a:ext>
              </a:extLst>
            </p:cNvPr>
            <p:cNvSpPr/>
            <p:nvPr userDrawn="1"/>
          </p:nvSpPr>
          <p:spPr>
            <a:xfrm rot="20909651">
              <a:off x="3995483" y="1328483"/>
              <a:ext cx="4201035" cy="4201035"/>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sp>
        <p:nvSpPr>
          <p:cNvPr id="9" name="Title 1"/>
          <p:cNvSpPr>
            <a:spLocks noGrp="1"/>
          </p:cNvSpPr>
          <p:nvPr userDrawn="1">
            <p:ph type="title" hasCustomPrompt="1"/>
          </p:nvPr>
        </p:nvSpPr>
        <p:spPr>
          <a:xfrm>
            <a:off x="3066142" y="3152001"/>
            <a:ext cx="6059714" cy="553998"/>
          </a:xfrm>
          <a:noFill/>
        </p:spPr>
        <p:txBody>
          <a:bodyPr wrap="square" lIns="0" tIns="0" rIns="0" bIns="0" anchor="b" anchorCtr="0">
            <a:spAutoFit/>
          </a:bodyPr>
          <a:lstStyle>
            <a:lvl1pPr algn="ctr">
              <a:defRPr sz="3600" spc="-50" baseline="0">
                <a:solidFill>
                  <a:schemeClr val="accent3"/>
                </a:solidFill>
                <a:latin typeface="+mj-lt"/>
                <a:cs typeface="Segoe UI" panose="020B0502040204020203" pitchFamily="34" charset="0"/>
              </a:defRPr>
            </a:lvl1pPr>
          </a:lstStyle>
          <a:p>
            <a:r>
              <a:rPr lang="en-US"/>
              <a:t>Thank you</a:t>
            </a:r>
          </a:p>
        </p:txBody>
      </p:sp>
    </p:spTree>
    <p:extLst>
      <p:ext uri="{BB962C8B-B14F-4D97-AF65-F5344CB8AC3E}">
        <p14:creationId xmlns:p14="http://schemas.microsoft.com/office/powerpoint/2010/main" val="3375539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End Slide Color Bkg">
    <p:bg>
      <p:bgPr>
        <a:solidFill>
          <a:schemeClr val="accent2">
            <a:lumMod val="75000"/>
          </a:schemeClr>
        </a:solidFill>
        <a:effectLst/>
      </p:bgPr>
    </p:bg>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F25962F2-81F9-46AD-949C-C8F0D239DB99}"/>
              </a:ext>
            </a:extLst>
          </p:cNvPr>
          <p:cNvSpPr/>
          <p:nvPr userDrawn="1"/>
        </p:nvSpPr>
        <p:spPr bwMode="auto">
          <a:xfrm rot="10800000" flipH="1">
            <a:off x="0" y="4585524"/>
            <a:ext cx="9186638" cy="1831664"/>
          </a:xfrm>
          <a:custGeom>
            <a:avLst/>
            <a:gdLst>
              <a:gd name="connsiteX0" fmla="*/ 0 w 6531024"/>
              <a:gd name="connsiteY0" fmla="*/ 1600196 h 2122742"/>
              <a:gd name="connsiteX1" fmla="*/ 0 w 6531024"/>
              <a:gd name="connsiteY1" fmla="*/ 0 h 2122742"/>
              <a:gd name="connsiteX2" fmla="*/ 5309541 w 6531024"/>
              <a:gd name="connsiteY2" fmla="*/ 0 h 2122742"/>
              <a:gd name="connsiteX3" fmla="*/ 5309541 w 6531024"/>
              <a:gd name="connsiteY3" fmla="*/ 1886869 h 2122742"/>
              <a:gd name="connsiteX4" fmla="*/ 2489270 w 6531024"/>
              <a:gd name="connsiteY4" fmla="*/ 1626184 h 2122742"/>
              <a:gd name="connsiteX5" fmla="*/ 244343 w 6531024"/>
              <a:gd name="connsiteY5" fmla="*/ 1738282 h 2122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31024" h="2122742">
                <a:moveTo>
                  <a:pt x="0" y="1600196"/>
                </a:moveTo>
                <a:lnTo>
                  <a:pt x="0" y="0"/>
                </a:lnTo>
                <a:lnTo>
                  <a:pt x="5309541" y="0"/>
                </a:lnTo>
                <a:cubicBezTo>
                  <a:pt x="6768172" y="314479"/>
                  <a:pt x="7099780" y="2525076"/>
                  <a:pt x="5309541" y="1886869"/>
                </a:cubicBezTo>
                <a:cubicBezTo>
                  <a:pt x="3519301" y="1248661"/>
                  <a:pt x="3435736" y="614412"/>
                  <a:pt x="2489270" y="1626184"/>
                </a:cubicBezTo>
                <a:cubicBezTo>
                  <a:pt x="1779420" y="2385013"/>
                  <a:pt x="1013860" y="2151010"/>
                  <a:pt x="244343" y="1738282"/>
                </a:cubicBezTo>
                <a:close/>
              </a:path>
            </a:pathLst>
          </a:custGeom>
          <a:solidFill>
            <a:srgbClr val="1B2A44"/>
          </a:solidFill>
          <a:ln>
            <a:noFill/>
          </a:ln>
          <a:effectLst>
            <a:outerShdw blurRad="152400" dist="38100" dir="2700000" sx="103000" sy="103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Freeform: Shape 4">
            <a:extLst>
              <a:ext uri="{FF2B5EF4-FFF2-40B4-BE49-F238E27FC236}">
                <a16:creationId xmlns:a16="http://schemas.microsoft.com/office/drawing/2014/main" id="{AE7F7F7A-99C9-4D99-A770-F57FE9DC5E4E}"/>
              </a:ext>
            </a:extLst>
          </p:cNvPr>
          <p:cNvSpPr/>
          <p:nvPr userDrawn="1"/>
        </p:nvSpPr>
        <p:spPr bwMode="auto">
          <a:xfrm rot="10800000" flipH="1">
            <a:off x="-1" y="4733644"/>
            <a:ext cx="12192000" cy="2122742"/>
          </a:xfrm>
          <a:custGeom>
            <a:avLst/>
            <a:gdLst>
              <a:gd name="connsiteX0" fmla="*/ 0 w 6531024"/>
              <a:gd name="connsiteY0" fmla="*/ 1600196 h 2122742"/>
              <a:gd name="connsiteX1" fmla="*/ 0 w 6531024"/>
              <a:gd name="connsiteY1" fmla="*/ 0 h 2122742"/>
              <a:gd name="connsiteX2" fmla="*/ 5309541 w 6531024"/>
              <a:gd name="connsiteY2" fmla="*/ 0 h 2122742"/>
              <a:gd name="connsiteX3" fmla="*/ 5309541 w 6531024"/>
              <a:gd name="connsiteY3" fmla="*/ 1886869 h 2122742"/>
              <a:gd name="connsiteX4" fmla="*/ 2489270 w 6531024"/>
              <a:gd name="connsiteY4" fmla="*/ 1626184 h 2122742"/>
              <a:gd name="connsiteX5" fmla="*/ 244343 w 6531024"/>
              <a:gd name="connsiteY5" fmla="*/ 1738282 h 2122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31024" h="2122742">
                <a:moveTo>
                  <a:pt x="0" y="1600196"/>
                </a:moveTo>
                <a:lnTo>
                  <a:pt x="0" y="0"/>
                </a:lnTo>
                <a:lnTo>
                  <a:pt x="5309541" y="0"/>
                </a:lnTo>
                <a:cubicBezTo>
                  <a:pt x="6768172" y="314479"/>
                  <a:pt x="7099780" y="2525076"/>
                  <a:pt x="5309541" y="1886869"/>
                </a:cubicBezTo>
                <a:cubicBezTo>
                  <a:pt x="3519301" y="1248661"/>
                  <a:pt x="3435736" y="614412"/>
                  <a:pt x="2489270" y="1626184"/>
                </a:cubicBezTo>
                <a:cubicBezTo>
                  <a:pt x="1779420" y="2385013"/>
                  <a:pt x="1013860" y="2151010"/>
                  <a:pt x="244343" y="1738282"/>
                </a:cubicBezTo>
                <a:close/>
              </a:path>
            </a:pathLst>
          </a:custGeom>
          <a:solidFill>
            <a:srgbClr val="1B2A44"/>
          </a:solidFill>
          <a:ln>
            <a:noFill/>
          </a:ln>
          <a:effectLst>
            <a:outerShdw blurRad="152400" dist="38100" dir="2700000" sx="103000" sy="103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Oval 7">
            <a:extLst>
              <a:ext uri="{FF2B5EF4-FFF2-40B4-BE49-F238E27FC236}">
                <a16:creationId xmlns:a16="http://schemas.microsoft.com/office/drawing/2014/main" id="{30726B28-70D4-4127-8315-0E2552E8C314}"/>
              </a:ext>
            </a:extLst>
          </p:cNvPr>
          <p:cNvSpPr/>
          <p:nvPr userDrawn="1"/>
        </p:nvSpPr>
        <p:spPr>
          <a:xfrm rot="8100000" flipH="1" flipV="1">
            <a:off x="9112984" y="4692411"/>
            <a:ext cx="934940" cy="934940"/>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0" name="Oval 9">
            <a:extLst>
              <a:ext uri="{FF2B5EF4-FFF2-40B4-BE49-F238E27FC236}">
                <a16:creationId xmlns:a16="http://schemas.microsoft.com/office/drawing/2014/main" id="{91242DE4-BF14-4170-9C9A-94038344B413}"/>
              </a:ext>
            </a:extLst>
          </p:cNvPr>
          <p:cNvSpPr/>
          <p:nvPr userDrawn="1"/>
        </p:nvSpPr>
        <p:spPr bwMode="auto">
          <a:xfrm flipH="1">
            <a:off x="3647609" y="3762723"/>
            <a:ext cx="465190" cy="465190"/>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9" name="Star: 4 Points 18">
            <a:extLst>
              <a:ext uri="{FF2B5EF4-FFF2-40B4-BE49-F238E27FC236}">
                <a16:creationId xmlns:a16="http://schemas.microsoft.com/office/drawing/2014/main" id="{B5F9F132-09EC-400D-ACC5-8BA514225E2E}"/>
              </a:ext>
            </a:extLst>
          </p:cNvPr>
          <p:cNvSpPr/>
          <p:nvPr userDrawn="1"/>
        </p:nvSpPr>
        <p:spPr bwMode="auto">
          <a:xfrm flipH="1" flipV="1">
            <a:off x="6053532" y="4129035"/>
            <a:ext cx="83876" cy="83876"/>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22" name="Star: 4 Points 21">
            <a:extLst>
              <a:ext uri="{FF2B5EF4-FFF2-40B4-BE49-F238E27FC236}">
                <a16:creationId xmlns:a16="http://schemas.microsoft.com/office/drawing/2014/main" id="{D0C6D504-5721-41D6-8D11-86EB0EF93AEF}"/>
              </a:ext>
            </a:extLst>
          </p:cNvPr>
          <p:cNvSpPr/>
          <p:nvPr userDrawn="1"/>
        </p:nvSpPr>
        <p:spPr bwMode="auto">
          <a:xfrm flipH="1" flipV="1">
            <a:off x="2366436" y="3594330"/>
            <a:ext cx="83876" cy="83876"/>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43" name="Star: 4 Points 42">
            <a:extLst>
              <a:ext uri="{FF2B5EF4-FFF2-40B4-BE49-F238E27FC236}">
                <a16:creationId xmlns:a16="http://schemas.microsoft.com/office/drawing/2014/main" id="{A04E71D1-9A35-49AF-BB16-0D5AA936B44E}"/>
              </a:ext>
            </a:extLst>
          </p:cNvPr>
          <p:cNvSpPr/>
          <p:nvPr userDrawn="1"/>
        </p:nvSpPr>
        <p:spPr bwMode="auto">
          <a:xfrm flipH="1" flipV="1">
            <a:off x="9734454" y="4991644"/>
            <a:ext cx="83876" cy="83876"/>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6" name="Freeform: Shape 5">
            <a:extLst>
              <a:ext uri="{FF2B5EF4-FFF2-40B4-BE49-F238E27FC236}">
                <a16:creationId xmlns:a16="http://schemas.microsoft.com/office/drawing/2014/main" id="{B3EE4045-7E73-4919-988E-ABADFAE65919}"/>
              </a:ext>
            </a:extLst>
          </p:cNvPr>
          <p:cNvSpPr/>
          <p:nvPr userDrawn="1"/>
        </p:nvSpPr>
        <p:spPr bwMode="auto">
          <a:xfrm rot="10800000" flipH="1">
            <a:off x="0" y="5203372"/>
            <a:ext cx="10944224" cy="1648381"/>
          </a:xfrm>
          <a:custGeom>
            <a:avLst/>
            <a:gdLst>
              <a:gd name="connsiteX0" fmla="*/ 0 w 6258493"/>
              <a:gd name="connsiteY0" fmla="*/ 819162 h 1648381"/>
              <a:gd name="connsiteX1" fmla="*/ 0 w 6258493"/>
              <a:gd name="connsiteY1" fmla="*/ 0 h 1648381"/>
              <a:gd name="connsiteX2" fmla="*/ 6138772 w 6258493"/>
              <a:gd name="connsiteY2" fmla="*/ 14511 h 1648381"/>
              <a:gd name="connsiteX3" fmla="*/ 4856267 w 6258493"/>
              <a:gd name="connsiteY3" fmla="*/ 1464703 h 1648381"/>
              <a:gd name="connsiteX4" fmla="*/ 2660077 w 6258493"/>
              <a:gd name="connsiteY4" fmla="*/ 1261704 h 1648381"/>
              <a:gd name="connsiteX5" fmla="*/ 313146 w 6258493"/>
              <a:gd name="connsiteY5" fmla="*/ 1004686 h 1648381"/>
              <a:gd name="connsiteX6" fmla="*/ 45070 w 6258493"/>
              <a:gd name="connsiteY6" fmla="*/ 846191 h 1648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8493" h="1648381">
                <a:moveTo>
                  <a:pt x="0" y="819162"/>
                </a:moveTo>
                <a:lnTo>
                  <a:pt x="0" y="0"/>
                </a:lnTo>
                <a:lnTo>
                  <a:pt x="6138772" y="14511"/>
                </a:lnTo>
                <a:cubicBezTo>
                  <a:pt x="6566383" y="1484479"/>
                  <a:pt x="5780604" y="1649246"/>
                  <a:pt x="4856267" y="1464703"/>
                </a:cubicBezTo>
                <a:cubicBezTo>
                  <a:pt x="3931931" y="1280161"/>
                  <a:pt x="3397105" y="473821"/>
                  <a:pt x="2660077" y="1261704"/>
                </a:cubicBezTo>
                <a:cubicBezTo>
                  <a:pt x="1923048" y="2049587"/>
                  <a:pt x="1108895" y="1463010"/>
                  <a:pt x="313146" y="1004686"/>
                </a:cubicBezTo>
                <a:cubicBezTo>
                  <a:pt x="213678" y="947395"/>
                  <a:pt x="125123" y="894313"/>
                  <a:pt x="45070" y="846191"/>
                </a:cubicBezTo>
                <a:close/>
              </a:path>
            </a:pathLst>
          </a:custGeom>
          <a:solidFill>
            <a:srgbClr val="243A5E">
              <a:lumMod val="50000"/>
              <a:alpha val="70000"/>
            </a:srgbClr>
          </a:solidFill>
          <a:ln>
            <a:noFill/>
          </a:ln>
          <a:effectLst>
            <a:outerShdw blurRad="152400" dist="38100" dir="2700000" sx="103000" sy="103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Star: 4 Points 19">
            <a:extLst>
              <a:ext uri="{FF2B5EF4-FFF2-40B4-BE49-F238E27FC236}">
                <a16:creationId xmlns:a16="http://schemas.microsoft.com/office/drawing/2014/main" id="{FC67FC91-92B8-458C-B041-951AB87BCF52}"/>
              </a:ext>
            </a:extLst>
          </p:cNvPr>
          <p:cNvSpPr/>
          <p:nvPr userDrawn="1"/>
        </p:nvSpPr>
        <p:spPr bwMode="auto">
          <a:xfrm flipH="1" flipV="1">
            <a:off x="8703450" y="5707510"/>
            <a:ext cx="83876" cy="83876"/>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50" name="Oval 49">
            <a:extLst>
              <a:ext uri="{FF2B5EF4-FFF2-40B4-BE49-F238E27FC236}">
                <a16:creationId xmlns:a16="http://schemas.microsoft.com/office/drawing/2014/main" id="{7568378A-BF92-46BB-80AC-FBF4411283E0}"/>
              </a:ext>
            </a:extLst>
          </p:cNvPr>
          <p:cNvSpPr/>
          <p:nvPr userDrawn="1"/>
        </p:nvSpPr>
        <p:spPr>
          <a:xfrm rot="8100000">
            <a:off x="3455119" y="2308837"/>
            <a:ext cx="658710" cy="658710"/>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51" name="Group 50">
            <a:extLst>
              <a:ext uri="{FF2B5EF4-FFF2-40B4-BE49-F238E27FC236}">
                <a16:creationId xmlns:a16="http://schemas.microsoft.com/office/drawing/2014/main" id="{107897FE-B8A5-4F0C-9380-8F0C9C10929F}"/>
              </a:ext>
            </a:extLst>
          </p:cNvPr>
          <p:cNvGrpSpPr/>
          <p:nvPr userDrawn="1"/>
        </p:nvGrpSpPr>
        <p:grpSpPr>
          <a:xfrm>
            <a:off x="4622091" y="2138393"/>
            <a:ext cx="2613988" cy="2193819"/>
            <a:chOff x="541213" y="2695488"/>
            <a:chExt cx="1785971" cy="1498896"/>
          </a:xfrm>
        </p:grpSpPr>
        <p:grpSp>
          <p:nvGrpSpPr>
            <p:cNvPr id="72" name="Group 71">
              <a:extLst>
                <a:ext uri="{FF2B5EF4-FFF2-40B4-BE49-F238E27FC236}">
                  <a16:creationId xmlns:a16="http://schemas.microsoft.com/office/drawing/2014/main" id="{0BA671AB-0743-48A5-8CFE-56ADC06F73C5}"/>
                </a:ext>
              </a:extLst>
            </p:cNvPr>
            <p:cNvGrpSpPr/>
            <p:nvPr/>
          </p:nvGrpSpPr>
          <p:grpSpPr>
            <a:xfrm>
              <a:off x="2222322" y="2695488"/>
              <a:ext cx="104862" cy="104862"/>
              <a:chOff x="2201309" y="2666855"/>
              <a:chExt cx="146888" cy="146888"/>
            </a:xfrm>
          </p:grpSpPr>
          <p:sp>
            <p:nvSpPr>
              <p:cNvPr id="74" name="Oval 73">
                <a:extLst>
                  <a:ext uri="{FF2B5EF4-FFF2-40B4-BE49-F238E27FC236}">
                    <a16:creationId xmlns:a16="http://schemas.microsoft.com/office/drawing/2014/main" id="{8FC488DA-DD2C-4F24-934B-7CD82AF06055}"/>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5" name="Oval 74">
                <a:extLst>
                  <a:ext uri="{FF2B5EF4-FFF2-40B4-BE49-F238E27FC236}">
                    <a16:creationId xmlns:a16="http://schemas.microsoft.com/office/drawing/2014/main" id="{86A15261-3B51-4119-993D-2537D4ECC406}"/>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73" name="Straight Connector 72">
              <a:extLst>
                <a:ext uri="{FF2B5EF4-FFF2-40B4-BE49-F238E27FC236}">
                  <a16:creationId xmlns:a16="http://schemas.microsoft.com/office/drawing/2014/main" id="{7564D6E5-BE31-4DE7-9E9D-4D7C2647D50F}"/>
                </a:ext>
              </a:extLst>
            </p:cNvPr>
            <p:cNvCxnSpPr>
              <a:cxnSpLocks/>
            </p:cNvCxnSpPr>
            <p:nvPr/>
          </p:nvCxnSpPr>
          <p:spPr>
            <a:xfrm flipV="1">
              <a:off x="541213" y="2747010"/>
              <a:ext cx="1733357" cy="1447374"/>
            </a:xfrm>
            <a:prstGeom prst="line">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cxnSp>
      </p:grpSp>
      <p:sp>
        <p:nvSpPr>
          <p:cNvPr id="56" name="Oval 55">
            <a:extLst>
              <a:ext uri="{FF2B5EF4-FFF2-40B4-BE49-F238E27FC236}">
                <a16:creationId xmlns:a16="http://schemas.microsoft.com/office/drawing/2014/main" id="{83D9F3B3-1827-405D-8392-C4E212DCC469}"/>
              </a:ext>
            </a:extLst>
          </p:cNvPr>
          <p:cNvSpPr/>
          <p:nvPr userDrawn="1"/>
        </p:nvSpPr>
        <p:spPr bwMode="auto">
          <a:xfrm flipV="1">
            <a:off x="7284955" y="5396741"/>
            <a:ext cx="465190" cy="465190"/>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3" name="Oval 52">
            <a:extLst>
              <a:ext uri="{FF2B5EF4-FFF2-40B4-BE49-F238E27FC236}">
                <a16:creationId xmlns:a16="http://schemas.microsoft.com/office/drawing/2014/main" id="{257E9CFD-852A-4090-B8F9-4EC652C00AB9}"/>
              </a:ext>
            </a:extLst>
          </p:cNvPr>
          <p:cNvSpPr/>
          <p:nvPr userDrawn="1"/>
        </p:nvSpPr>
        <p:spPr>
          <a:xfrm rot="8100000">
            <a:off x="896106" y="4772940"/>
            <a:ext cx="658710" cy="658710"/>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55" name="Group 54">
            <a:extLst>
              <a:ext uri="{FF2B5EF4-FFF2-40B4-BE49-F238E27FC236}">
                <a16:creationId xmlns:a16="http://schemas.microsoft.com/office/drawing/2014/main" id="{715AE003-EA32-48B3-A511-F9A81EE700BF}"/>
              </a:ext>
            </a:extLst>
          </p:cNvPr>
          <p:cNvGrpSpPr/>
          <p:nvPr userDrawn="1"/>
        </p:nvGrpSpPr>
        <p:grpSpPr>
          <a:xfrm>
            <a:off x="244344" y="5396741"/>
            <a:ext cx="687682" cy="581594"/>
            <a:chOff x="1619250" y="2695488"/>
            <a:chExt cx="707934" cy="598722"/>
          </a:xfrm>
        </p:grpSpPr>
        <p:grpSp>
          <p:nvGrpSpPr>
            <p:cNvPr id="64" name="Group 63">
              <a:extLst>
                <a:ext uri="{FF2B5EF4-FFF2-40B4-BE49-F238E27FC236}">
                  <a16:creationId xmlns:a16="http://schemas.microsoft.com/office/drawing/2014/main" id="{C3FDA6B1-4641-4372-9688-58856EC3503C}"/>
                </a:ext>
              </a:extLst>
            </p:cNvPr>
            <p:cNvGrpSpPr/>
            <p:nvPr/>
          </p:nvGrpSpPr>
          <p:grpSpPr>
            <a:xfrm>
              <a:off x="2222322" y="2695488"/>
              <a:ext cx="104862" cy="104862"/>
              <a:chOff x="2201309" y="2666855"/>
              <a:chExt cx="146888" cy="146888"/>
            </a:xfrm>
          </p:grpSpPr>
          <p:sp>
            <p:nvSpPr>
              <p:cNvPr id="66" name="Oval 65">
                <a:extLst>
                  <a:ext uri="{FF2B5EF4-FFF2-40B4-BE49-F238E27FC236}">
                    <a16:creationId xmlns:a16="http://schemas.microsoft.com/office/drawing/2014/main" id="{F1867527-7ACB-4955-9537-D171FD7C74D5}"/>
                  </a:ext>
                </a:extLst>
              </p:cNvPr>
              <p:cNvSpPr/>
              <p:nvPr/>
            </p:nvSpPr>
            <p:spPr bwMode="auto">
              <a:xfrm>
                <a:off x="2201309" y="2666855"/>
                <a:ext cx="146888" cy="146888"/>
              </a:xfrm>
              <a:prstGeom prst="ellipse">
                <a:avLst/>
              </a:prstGeom>
              <a:solidFill>
                <a:schemeClr val="accent3">
                  <a:alpha val="70000"/>
                </a:scheme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7" name="Oval 66">
                <a:extLst>
                  <a:ext uri="{FF2B5EF4-FFF2-40B4-BE49-F238E27FC236}">
                    <a16:creationId xmlns:a16="http://schemas.microsoft.com/office/drawing/2014/main" id="{14BB511B-FB6B-4D06-A0D1-2A9B6258456D}"/>
                  </a:ext>
                </a:extLst>
              </p:cNvPr>
              <p:cNvSpPr/>
              <p:nvPr/>
            </p:nvSpPr>
            <p:spPr bwMode="auto">
              <a:xfrm>
                <a:off x="2245682" y="2711228"/>
                <a:ext cx="58142" cy="58142"/>
              </a:xfrm>
              <a:prstGeom prst="ellipse">
                <a:avLst/>
              </a:prstGeom>
              <a:solidFill>
                <a:schemeClr val="accent3">
                  <a:alpha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65" name="Straight Connector 64">
              <a:extLst>
                <a:ext uri="{FF2B5EF4-FFF2-40B4-BE49-F238E27FC236}">
                  <a16:creationId xmlns:a16="http://schemas.microsoft.com/office/drawing/2014/main" id="{8A5B016B-F1E1-4B9D-B242-18FA025F40B3}"/>
                </a:ext>
              </a:extLst>
            </p:cNvPr>
            <p:cNvCxnSpPr>
              <a:cxnSpLocks/>
            </p:cNvCxnSpPr>
            <p:nvPr/>
          </p:nvCxnSpPr>
          <p:spPr>
            <a:xfrm flipV="1">
              <a:off x="1619250" y="2747010"/>
              <a:ext cx="655320" cy="547200"/>
            </a:xfrm>
            <a:prstGeom prst="line">
              <a:avLst/>
            </a:prstGeom>
            <a:noFill/>
            <a:ln w="9525" cap="flat" cmpd="sng" algn="ctr">
              <a:gradFill flip="none" rotWithShape="1">
                <a:gsLst>
                  <a:gs pos="0">
                    <a:schemeClr val="accent3"/>
                  </a:gs>
                  <a:gs pos="84000">
                    <a:srgbClr val="243A5E">
                      <a:lumMod val="75000"/>
                    </a:srgbClr>
                  </a:gs>
                </a:gsLst>
                <a:lin ang="10800000" scaled="1"/>
                <a:tileRect/>
              </a:gradFill>
              <a:prstDash val="solid"/>
              <a:headEnd type="none" w="lg" len="med"/>
              <a:tailEnd type="none" w="lg" len="med"/>
            </a:ln>
            <a:effectLst/>
          </p:spPr>
        </p:cxnSp>
      </p:grpSp>
      <p:grpSp>
        <p:nvGrpSpPr>
          <p:cNvPr id="58" name="Group 57">
            <a:extLst>
              <a:ext uri="{FF2B5EF4-FFF2-40B4-BE49-F238E27FC236}">
                <a16:creationId xmlns:a16="http://schemas.microsoft.com/office/drawing/2014/main" id="{B73D2201-CFF4-458F-914A-F1C64E73CF88}"/>
              </a:ext>
            </a:extLst>
          </p:cNvPr>
          <p:cNvGrpSpPr/>
          <p:nvPr userDrawn="1"/>
        </p:nvGrpSpPr>
        <p:grpSpPr>
          <a:xfrm>
            <a:off x="4682649" y="3166113"/>
            <a:ext cx="687682" cy="581594"/>
            <a:chOff x="1619250" y="2695488"/>
            <a:chExt cx="707934" cy="598722"/>
          </a:xfrm>
        </p:grpSpPr>
        <p:grpSp>
          <p:nvGrpSpPr>
            <p:cNvPr id="60" name="Group 59">
              <a:extLst>
                <a:ext uri="{FF2B5EF4-FFF2-40B4-BE49-F238E27FC236}">
                  <a16:creationId xmlns:a16="http://schemas.microsoft.com/office/drawing/2014/main" id="{D068B1A4-1632-4AB9-919E-0E0A3E97380E}"/>
                </a:ext>
              </a:extLst>
            </p:cNvPr>
            <p:cNvGrpSpPr/>
            <p:nvPr/>
          </p:nvGrpSpPr>
          <p:grpSpPr>
            <a:xfrm>
              <a:off x="2222322" y="2695488"/>
              <a:ext cx="104862" cy="104862"/>
              <a:chOff x="2201309" y="2666855"/>
              <a:chExt cx="146888" cy="146888"/>
            </a:xfrm>
          </p:grpSpPr>
          <p:sp>
            <p:nvSpPr>
              <p:cNvPr id="62" name="Oval 61">
                <a:extLst>
                  <a:ext uri="{FF2B5EF4-FFF2-40B4-BE49-F238E27FC236}">
                    <a16:creationId xmlns:a16="http://schemas.microsoft.com/office/drawing/2014/main" id="{090E93C1-5FF9-4415-A9B5-1CE593809FB5}"/>
                  </a:ext>
                </a:extLst>
              </p:cNvPr>
              <p:cNvSpPr/>
              <p:nvPr/>
            </p:nvSpPr>
            <p:spPr bwMode="auto">
              <a:xfrm>
                <a:off x="2201309" y="2666855"/>
                <a:ext cx="146888" cy="146888"/>
              </a:xfrm>
              <a:prstGeom prst="ellipse">
                <a:avLst/>
              </a:prstGeom>
              <a:solidFill>
                <a:schemeClr val="accent3">
                  <a:alpha val="70000"/>
                </a:scheme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3" name="Oval 62">
                <a:extLst>
                  <a:ext uri="{FF2B5EF4-FFF2-40B4-BE49-F238E27FC236}">
                    <a16:creationId xmlns:a16="http://schemas.microsoft.com/office/drawing/2014/main" id="{107060C8-8DA2-4410-9C94-578605CDF172}"/>
                  </a:ext>
                </a:extLst>
              </p:cNvPr>
              <p:cNvSpPr/>
              <p:nvPr/>
            </p:nvSpPr>
            <p:spPr bwMode="auto">
              <a:xfrm>
                <a:off x="2245682" y="2711228"/>
                <a:ext cx="58142" cy="58142"/>
              </a:xfrm>
              <a:prstGeom prst="ellipse">
                <a:avLst/>
              </a:prstGeom>
              <a:solidFill>
                <a:schemeClr val="accent3">
                  <a:alpha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61" name="Straight Connector 60">
              <a:extLst>
                <a:ext uri="{FF2B5EF4-FFF2-40B4-BE49-F238E27FC236}">
                  <a16:creationId xmlns:a16="http://schemas.microsoft.com/office/drawing/2014/main" id="{11C7F09D-83D8-4BA0-8710-3D91F7D6E488}"/>
                </a:ext>
              </a:extLst>
            </p:cNvPr>
            <p:cNvCxnSpPr>
              <a:cxnSpLocks/>
            </p:cNvCxnSpPr>
            <p:nvPr/>
          </p:nvCxnSpPr>
          <p:spPr>
            <a:xfrm flipV="1">
              <a:off x="1619250" y="2747010"/>
              <a:ext cx="655320" cy="547200"/>
            </a:xfrm>
            <a:prstGeom prst="line">
              <a:avLst/>
            </a:prstGeom>
            <a:noFill/>
            <a:ln w="9525" cap="flat" cmpd="sng" algn="ctr">
              <a:gradFill flip="none" rotWithShape="1">
                <a:gsLst>
                  <a:gs pos="0">
                    <a:schemeClr val="accent3"/>
                  </a:gs>
                  <a:gs pos="84000">
                    <a:srgbClr val="243A5E">
                      <a:lumMod val="75000"/>
                    </a:srgbClr>
                  </a:gs>
                </a:gsLst>
                <a:lin ang="10800000" scaled="1"/>
                <a:tileRect/>
              </a:gradFill>
              <a:prstDash val="solid"/>
              <a:headEnd type="none" w="lg" len="med"/>
              <a:tailEnd type="none" w="lg" len="med"/>
            </a:ln>
            <a:effectLst/>
          </p:spPr>
        </p:cxnSp>
      </p:grpSp>
      <p:grpSp>
        <p:nvGrpSpPr>
          <p:cNvPr id="49" name="Group 48">
            <a:extLst>
              <a:ext uri="{FF2B5EF4-FFF2-40B4-BE49-F238E27FC236}">
                <a16:creationId xmlns:a16="http://schemas.microsoft.com/office/drawing/2014/main" id="{A658901A-46D3-463D-B31A-3BF19370101E}"/>
              </a:ext>
            </a:extLst>
          </p:cNvPr>
          <p:cNvGrpSpPr/>
          <p:nvPr userDrawn="1"/>
        </p:nvGrpSpPr>
        <p:grpSpPr>
          <a:xfrm>
            <a:off x="781113" y="2272476"/>
            <a:ext cx="3795356" cy="3795354"/>
            <a:chOff x="6366836" y="410668"/>
            <a:chExt cx="5541621" cy="5541620"/>
          </a:xfrm>
        </p:grpSpPr>
        <p:grpSp>
          <p:nvGrpSpPr>
            <p:cNvPr id="76" name="Group 75">
              <a:extLst>
                <a:ext uri="{FF2B5EF4-FFF2-40B4-BE49-F238E27FC236}">
                  <a16:creationId xmlns:a16="http://schemas.microsoft.com/office/drawing/2014/main" id="{62A5CB6E-E7B9-4007-BAE3-BFB4740B3032}"/>
                </a:ext>
              </a:extLst>
            </p:cNvPr>
            <p:cNvGrpSpPr/>
            <p:nvPr userDrawn="1"/>
          </p:nvGrpSpPr>
          <p:grpSpPr>
            <a:xfrm rot="14400000">
              <a:off x="6366837" y="449037"/>
              <a:ext cx="5541620" cy="5464881"/>
              <a:chOff x="875959" y="1865373"/>
              <a:chExt cx="3786235" cy="3733804"/>
            </a:xfrm>
          </p:grpSpPr>
          <p:sp>
            <p:nvSpPr>
              <p:cNvPr id="87" name="Arc 86">
                <a:extLst>
                  <a:ext uri="{FF2B5EF4-FFF2-40B4-BE49-F238E27FC236}">
                    <a16:creationId xmlns:a16="http://schemas.microsoft.com/office/drawing/2014/main" id="{8C61BD8D-6343-4DE0-9A98-9D0952D8C6BD}"/>
                  </a:ext>
                </a:extLst>
              </p:cNvPr>
              <p:cNvSpPr/>
              <p:nvPr/>
            </p:nvSpPr>
            <p:spPr bwMode="auto">
              <a:xfrm>
                <a:off x="875959" y="1865373"/>
                <a:ext cx="3733804" cy="3733804"/>
              </a:xfrm>
              <a:prstGeom prst="arc">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88" name="Group 87">
                <a:extLst>
                  <a:ext uri="{FF2B5EF4-FFF2-40B4-BE49-F238E27FC236}">
                    <a16:creationId xmlns:a16="http://schemas.microsoft.com/office/drawing/2014/main" id="{0D2021F8-7F3B-45B8-8511-91F3809CC7C9}"/>
                  </a:ext>
                </a:extLst>
              </p:cNvPr>
              <p:cNvGrpSpPr/>
              <p:nvPr/>
            </p:nvGrpSpPr>
            <p:grpSpPr>
              <a:xfrm>
                <a:off x="4557332" y="3695159"/>
                <a:ext cx="104862" cy="104862"/>
                <a:chOff x="2201309" y="2666855"/>
                <a:chExt cx="146888" cy="146888"/>
              </a:xfrm>
            </p:grpSpPr>
            <p:sp>
              <p:nvSpPr>
                <p:cNvPr id="89" name="Oval 88">
                  <a:extLst>
                    <a:ext uri="{FF2B5EF4-FFF2-40B4-BE49-F238E27FC236}">
                      <a16:creationId xmlns:a16="http://schemas.microsoft.com/office/drawing/2014/main" id="{4C7F04A3-6891-4A0F-9F51-481995D39615}"/>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0" name="Oval 89">
                  <a:extLst>
                    <a:ext uri="{FF2B5EF4-FFF2-40B4-BE49-F238E27FC236}">
                      <a16:creationId xmlns:a16="http://schemas.microsoft.com/office/drawing/2014/main" id="{4EFC0DCD-08BF-409B-95AE-93494358D0C1}"/>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grpSp>
          <p:nvGrpSpPr>
            <p:cNvPr id="77" name="Group 76">
              <a:extLst>
                <a:ext uri="{FF2B5EF4-FFF2-40B4-BE49-F238E27FC236}">
                  <a16:creationId xmlns:a16="http://schemas.microsoft.com/office/drawing/2014/main" id="{E1E45334-4A5E-43C8-B794-58704FA8F345}"/>
                </a:ext>
              </a:extLst>
            </p:cNvPr>
            <p:cNvGrpSpPr/>
            <p:nvPr userDrawn="1"/>
          </p:nvGrpSpPr>
          <p:grpSpPr>
            <a:xfrm rot="7200000">
              <a:off x="6366837" y="449037"/>
              <a:ext cx="5541620" cy="5464881"/>
              <a:chOff x="875959" y="1865373"/>
              <a:chExt cx="3786235" cy="3733804"/>
            </a:xfrm>
          </p:grpSpPr>
          <p:sp>
            <p:nvSpPr>
              <p:cNvPr id="83" name="Arc 82">
                <a:extLst>
                  <a:ext uri="{FF2B5EF4-FFF2-40B4-BE49-F238E27FC236}">
                    <a16:creationId xmlns:a16="http://schemas.microsoft.com/office/drawing/2014/main" id="{03656A4D-F085-49DA-B448-4957266C7048}"/>
                  </a:ext>
                </a:extLst>
              </p:cNvPr>
              <p:cNvSpPr/>
              <p:nvPr/>
            </p:nvSpPr>
            <p:spPr bwMode="auto">
              <a:xfrm>
                <a:off x="875959" y="1865373"/>
                <a:ext cx="3733804" cy="3733804"/>
              </a:xfrm>
              <a:prstGeom prst="arc">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84" name="Group 83">
                <a:extLst>
                  <a:ext uri="{FF2B5EF4-FFF2-40B4-BE49-F238E27FC236}">
                    <a16:creationId xmlns:a16="http://schemas.microsoft.com/office/drawing/2014/main" id="{EA5E528D-A7F6-4B13-B9B0-3B4E8503C7C0}"/>
                  </a:ext>
                </a:extLst>
              </p:cNvPr>
              <p:cNvGrpSpPr/>
              <p:nvPr/>
            </p:nvGrpSpPr>
            <p:grpSpPr>
              <a:xfrm>
                <a:off x="4557332" y="3695159"/>
                <a:ext cx="104862" cy="104862"/>
                <a:chOff x="2201309" y="2666855"/>
                <a:chExt cx="146888" cy="146888"/>
              </a:xfrm>
            </p:grpSpPr>
            <p:sp>
              <p:nvSpPr>
                <p:cNvPr id="85" name="Oval 84">
                  <a:extLst>
                    <a:ext uri="{FF2B5EF4-FFF2-40B4-BE49-F238E27FC236}">
                      <a16:creationId xmlns:a16="http://schemas.microsoft.com/office/drawing/2014/main" id="{5BDB3121-7AA3-4380-AC22-46E97EC3F6D7}"/>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6" name="Oval 85">
                  <a:extLst>
                    <a:ext uri="{FF2B5EF4-FFF2-40B4-BE49-F238E27FC236}">
                      <a16:creationId xmlns:a16="http://schemas.microsoft.com/office/drawing/2014/main" id="{DF88DCE8-1986-4CF4-8248-DF4423B29521}"/>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grpSp>
          <p:nvGrpSpPr>
            <p:cNvPr id="78" name="Group 77">
              <a:extLst>
                <a:ext uri="{FF2B5EF4-FFF2-40B4-BE49-F238E27FC236}">
                  <a16:creationId xmlns:a16="http://schemas.microsoft.com/office/drawing/2014/main" id="{54ADF8CD-0755-4085-896A-FD9ED3182AAC}"/>
                </a:ext>
              </a:extLst>
            </p:cNvPr>
            <p:cNvGrpSpPr/>
            <p:nvPr userDrawn="1"/>
          </p:nvGrpSpPr>
          <p:grpSpPr>
            <a:xfrm>
              <a:off x="6366836" y="449038"/>
              <a:ext cx="5541621" cy="5464881"/>
              <a:chOff x="875959" y="1865373"/>
              <a:chExt cx="3786235" cy="3733804"/>
            </a:xfrm>
          </p:grpSpPr>
          <p:sp>
            <p:nvSpPr>
              <p:cNvPr id="79" name="Arc 78">
                <a:extLst>
                  <a:ext uri="{FF2B5EF4-FFF2-40B4-BE49-F238E27FC236}">
                    <a16:creationId xmlns:a16="http://schemas.microsoft.com/office/drawing/2014/main" id="{2F8DEF19-3A7A-45E3-8387-0CB66453CB29}"/>
                  </a:ext>
                </a:extLst>
              </p:cNvPr>
              <p:cNvSpPr/>
              <p:nvPr/>
            </p:nvSpPr>
            <p:spPr bwMode="auto">
              <a:xfrm>
                <a:off x="875959" y="1865373"/>
                <a:ext cx="3733804" cy="3733804"/>
              </a:xfrm>
              <a:prstGeom prst="arc">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80" name="Group 79">
                <a:extLst>
                  <a:ext uri="{FF2B5EF4-FFF2-40B4-BE49-F238E27FC236}">
                    <a16:creationId xmlns:a16="http://schemas.microsoft.com/office/drawing/2014/main" id="{718A8E05-5C16-41F9-86C8-823FB99221C3}"/>
                  </a:ext>
                </a:extLst>
              </p:cNvPr>
              <p:cNvGrpSpPr/>
              <p:nvPr/>
            </p:nvGrpSpPr>
            <p:grpSpPr>
              <a:xfrm>
                <a:off x="4557332" y="3695159"/>
                <a:ext cx="104862" cy="104862"/>
                <a:chOff x="2201309" y="2666855"/>
                <a:chExt cx="146888" cy="146888"/>
              </a:xfrm>
            </p:grpSpPr>
            <p:sp>
              <p:nvSpPr>
                <p:cNvPr id="81" name="Oval 80">
                  <a:extLst>
                    <a:ext uri="{FF2B5EF4-FFF2-40B4-BE49-F238E27FC236}">
                      <a16:creationId xmlns:a16="http://schemas.microsoft.com/office/drawing/2014/main" id="{7600A051-9624-49A6-8D09-B1E9E78041C5}"/>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2" name="Oval 81">
                  <a:extLst>
                    <a:ext uri="{FF2B5EF4-FFF2-40B4-BE49-F238E27FC236}">
                      <a16:creationId xmlns:a16="http://schemas.microsoft.com/office/drawing/2014/main" id="{57B4858C-919C-4DE2-93FD-5B5851EAFD0B}"/>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grpSp>
      <p:sp>
        <p:nvSpPr>
          <p:cNvPr id="12" name="Oval 11">
            <a:extLst>
              <a:ext uri="{FF2B5EF4-FFF2-40B4-BE49-F238E27FC236}">
                <a16:creationId xmlns:a16="http://schemas.microsoft.com/office/drawing/2014/main" id="{80694ECB-FC05-46B8-8E03-0FBD1A7ED327}"/>
              </a:ext>
            </a:extLst>
          </p:cNvPr>
          <p:cNvSpPr/>
          <p:nvPr userDrawn="1"/>
        </p:nvSpPr>
        <p:spPr bwMode="auto">
          <a:xfrm flipV="1">
            <a:off x="10233358" y="4280783"/>
            <a:ext cx="853154" cy="853154"/>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4" name="Group 13">
            <a:extLst>
              <a:ext uri="{FF2B5EF4-FFF2-40B4-BE49-F238E27FC236}">
                <a16:creationId xmlns:a16="http://schemas.microsoft.com/office/drawing/2014/main" id="{2055D92A-5385-4A7E-BF49-10BB928EC304}"/>
              </a:ext>
            </a:extLst>
          </p:cNvPr>
          <p:cNvGrpSpPr/>
          <p:nvPr userDrawn="1"/>
        </p:nvGrpSpPr>
        <p:grpSpPr>
          <a:xfrm>
            <a:off x="9909410" y="5614684"/>
            <a:ext cx="616290" cy="521216"/>
            <a:chOff x="1619250" y="2695488"/>
            <a:chExt cx="707934" cy="598722"/>
          </a:xfrm>
        </p:grpSpPr>
        <p:grpSp>
          <p:nvGrpSpPr>
            <p:cNvPr id="15" name="Group 14">
              <a:extLst>
                <a:ext uri="{FF2B5EF4-FFF2-40B4-BE49-F238E27FC236}">
                  <a16:creationId xmlns:a16="http://schemas.microsoft.com/office/drawing/2014/main" id="{312D7F32-EC75-4743-AE7A-2DD7075987BA}"/>
                </a:ext>
              </a:extLst>
            </p:cNvPr>
            <p:cNvGrpSpPr/>
            <p:nvPr/>
          </p:nvGrpSpPr>
          <p:grpSpPr>
            <a:xfrm>
              <a:off x="2222322" y="2695488"/>
              <a:ext cx="104862" cy="104862"/>
              <a:chOff x="2201309" y="2666855"/>
              <a:chExt cx="146888" cy="146888"/>
            </a:xfrm>
          </p:grpSpPr>
          <p:sp>
            <p:nvSpPr>
              <p:cNvPr id="17" name="Oval 16">
                <a:extLst>
                  <a:ext uri="{FF2B5EF4-FFF2-40B4-BE49-F238E27FC236}">
                    <a16:creationId xmlns:a16="http://schemas.microsoft.com/office/drawing/2014/main" id="{CEEADC47-78B5-43DC-93CC-6A228077824D}"/>
                  </a:ext>
                </a:extLst>
              </p:cNvPr>
              <p:cNvSpPr/>
              <p:nvPr/>
            </p:nvSpPr>
            <p:spPr bwMode="auto">
              <a:xfrm>
                <a:off x="2201309" y="2666855"/>
                <a:ext cx="146888" cy="146888"/>
              </a:xfrm>
              <a:prstGeom prst="ellipse">
                <a:avLst/>
              </a:prstGeom>
              <a:solidFill>
                <a:schemeClr val="accent3">
                  <a:alpha val="70000"/>
                </a:scheme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8" name="Oval 17">
                <a:extLst>
                  <a:ext uri="{FF2B5EF4-FFF2-40B4-BE49-F238E27FC236}">
                    <a16:creationId xmlns:a16="http://schemas.microsoft.com/office/drawing/2014/main" id="{3F1770BF-5B53-4168-A3BF-F4FDAF6BF087}"/>
                  </a:ext>
                </a:extLst>
              </p:cNvPr>
              <p:cNvSpPr/>
              <p:nvPr/>
            </p:nvSpPr>
            <p:spPr bwMode="auto">
              <a:xfrm>
                <a:off x="2245682" y="2711228"/>
                <a:ext cx="58142" cy="58142"/>
              </a:xfrm>
              <a:prstGeom prst="ellipse">
                <a:avLst/>
              </a:prstGeom>
              <a:solidFill>
                <a:schemeClr val="accent3">
                  <a:alpha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16" name="Straight Connector 15">
              <a:extLst>
                <a:ext uri="{FF2B5EF4-FFF2-40B4-BE49-F238E27FC236}">
                  <a16:creationId xmlns:a16="http://schemas.microsoft.com/office/drawing/2014/main" id="{DB2FB019-5B91-4A39-9795-FAF50AD6194A}"/>
                </a:ext>
              </a:extLst>
            </p:cNvPr>
            <p:cNvCxnSpPr>
              <a:cxnSpLocks/>
            </p:cNvCxnSpPr>
            <p:nvPr/>
          </p:nvCxnSpPr>
          <p:spPr>
            <a:xfrm flipV="1">
              <a:off x="1619250" y="2747010"/>
              <a:ext cx="655320" cy="547200"/>
            </a:xfrm>
            <a:prstGeom prst="line">
              <a:avLst/>
            </a:prstGeom>
            <a:noFill/>
            <a:ln w="9525" cap="flat" cmpd="sng" algn="ctr">
              <a:gradFill flip="none" rotWithShape="1">
                <a:gsLst>
                  <a:gs pos="0">
                    <a:schemeClr val="accent3"/>
                  </a:gs>
                  <a:gs pos="84000">
                    <a:srgbClr val="243A5E">
                      <a:lumMod val="75000"/>
                    </a:srgbClr>
                  </a:gs>
                </a:gsLst>
                <a:lin ang="10800000" scaled="1"/>
                <a:tileRect/>
              </a:gradFill>
              <a:prstDash val="solid"/>
              <a:headEnd type="none" w="lg" len="med"/>
              <a:tailEnd type="none" w="lg" len="med"/>
            </a:ln>
            <a:effectLst/>
          </p:spPr>
        </p:cxnSp>
      </p:grpSp>
      <p:sp>
        <p:nvSpPr>
          <p:cNvPr id="21" name="Star: 4 Points 20">
            <a:extLst>
              <a:ext uri="{FF2B5EF4-FFF2-40B4-BE49-F238E27FC236}">
                <a16:creationId xmlns:a16="http://schemas.microsoft.com/office/drawing/2014/main" id="{3197D445-BAAB-4BBA-BD2B-4081B85D8235}"/>
              </a:ext>
            </a:extLst>
          </p:cNvPr>
          <p:cNvSpPr/>
          <p:nvPr userDrawn="1"/>
        </p:nvSpPr>
        <p:spPr bwMode="auto">
          <a:xfrm>
            <a:off x="8126774" y="3712204"/>
            <a:ext cx="83876" cy="83876"/>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grpSp>
        <p:nvGrpSpPr>
          <p:cNvPr id="28" name="Group 27">
            <a:extLst>
              <a:ext uri="{FF2B5EF4-FFF2-40B4-BE49-F238E27FC236}">
                <a16:creationId xmlns:a16="http://schemas.microsoft.com/office/drawing/2014/main" id="{575D3CC1-9A60-4AC3-9F6A-A41CC31E6285}"/>
              </a:ext>
            </a:extLst>
          </p:cNvPr>
          <p:cNvGrpSpPr/>
          <p:nvPr userDrawn="1"/>
        </p:nvGrpSpPr>
        <p:grpSpPr>
          <a:xfrm>
            <a:off x="6170533" y="5347419"/>
            <a:ext cx="854676" cy="722826"/>
            <a:chOff x="1619250" y="2695488"/>
            <a:chExt cx="707934" cy="598722"/>
          </a:xfrm>
        </p:grpSpPr>
        <p:grpSp>
          <p:nvGrpSpPr>
            <p:cNvPr id="29" name="Group 28">
              <a:extLst>
                <a:ext uri="{FF2B5EF4-FFF2-40B4-BE49-F238E27FC236}">
                  <a16:creationId xmlns:a16="http://schemas.microsoft.com/office/drawing/2014/main" id="{BA2AA2AA-F9D1-4AC6-811A-D24817D0AAA1}"/>
                </a:ext>
              </a:extLst>
            </p:cNvPr>
            <p:cNvGrpSpPr/>
            <p:nvPr/>
          </p:nvGrpSpPr>
          <p:grpSpPr>
            <a:xfrm>
              <a:off x="2222322" y="2695488"/>
              <a:ext cx="104862" cy="104862"/>
              <a:chOff x="2201309" y="2666855"/>
              <a:chExt cx="146888" cy="146888"/>
            </a:xfrm>
          </p:grpSpPr>
          <p:sp>
            <p:nvSpPr>
              <p:cNvPr id="31" name="Oval 30">
                <a:extLst>
                  <a:ext uri="{FF2B5EF4-FFF2-40B4-BE49-F238E27FC236}">
                    <a16:creationId xmlns:a16="http://schemas.microsoft.com/office/drawing/2014/main" id="{D9DAC485-F9B8-4D86-99A6-3D1A4E215A25}"/>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2" name="Oval 31">
                <a:extLst>
                  <a:ext uri="{FF2B5EF4-FFF2-40B4-BE49-F238E27FC236}">
                    <a16:creationId xmlns:a16="http://schemas.microsoft.com/office/drawing/2014/main" id="{665E916A-90ED-4A7D-9404-8C1658F9C135}"/>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30" name="Straight Connector 29">
              <a:extLst>
                <a:ext uri="{FF2B5EF4-FFF2-40B4-BE49-F238E27FC236}">
                  <a16:creationId xmlns:a16="http://schemas.microsoft.com/office/drawing/2014/main" id="{98F7C81F-B403-40C2-B8D7-8484C067D0E0}"/>
                </a:ext>
              </a:extLst>
            </p:cNvPr>
            <p:cNvCxnSpPr>
              <a:cxnSpLocks/>
            </p:cNvCxnSpPr>
            <p:nvPr/>
          </p:nvCxnSpPr>
          <p:spPr>
            <a:xfrm flipV="1">
              <a:off x="1619250" y="2747010"/>
              <a:ext cx="655320" cy="547200"/>
            </a:xfrm>
            <a:prstGeom prst="line">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cxnSp>
      </p:grpSp>
      <p:sp>
        <p:nvSpPr>
          <p:cNvPr id="13" name="Oval 12">
            <a:extLst>
              <a:ext uri="{FF2B5EF4-FFF2-40B4-BE49-F238E27FC236}">
                <a16:creationId xmlns:a16="http://schemas.microsoft.com/office/drawing/2014/main" id="{3F31D94A-6FCE-4144-84A3-7F1044BACF5F}"/>
              </a:ext>
            </a:extLst>
          </p:cNvPr>
          <p:cNvSpPr/>
          <p:nvPr userDrawn="1"/>
        </p:nvSpPr>
        <p:spPr>
          <a:xfrm rot="4279936">
            <a:off x="11053829" y="4716102"/>
            <a:ext cx="274912" cy="274912"/>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pic>
        <p:nvPicPr>
          <p:cNvPr id="91" name="MS logo white - EMF" descr="Microsoft logo white text version">
            <a:extLst>
              <a:ext uri="{FF2B5EF4-FFF2-40B4-BE49-F238E27FC236}">
                <a16:creationId xmlns:a16="http://schemas.microsoft.com/office/drawing/2014/main" id="{DD09471E-AA0F-4620-A0EB-0735A30DEC4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2" name="Oval 51">
            <a:extLst>
              <a:ext uri="{FF2B5EF4-FFF2-40B4-BE49-F238E27FC236}">
                <a16:creationId xmlns:a16="http://schemas.microsoft.com/office/drawing/2014/main" id="{36EFD879-57F4-4EEE-9290-7B29998C66E5}"/>
              </a:ext>
            </a:extLst>
          </p:cNvPr>
          <p:cNvSpPr/>
          <p:nvPr userDrawn="1"/>
        </p:nvSpPr>
        <p:spPr bwMode="auto">
          <a:xfrm>
            <a:off x="3382670" y="4326837"/>
            <a:ext cx="1968186" cy="1968186"/>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9" name="Oval 58">
            <a:extLst>
              <a:ext uri="{FF2B5EF4-FFF2-40B4-BE49-F238E27FC236}">
                <a16:creationId xmlns:a16="http://schemas.microsoft.com/office/drawing/2014/main" id="{CAE17526-FACF-4600-817A-FBDA9665E111}"/>
              </a:ext>
            </a:extLst>
          </p:cNvPr>
          <p:cNvSpPr/>
          <p:nvPr userDrawn="1"/>
        </p:nvSpPr>
        <p:spPr>
          <a:xfrm rot="20909651">
            <a:off x="972993" y="2464356"/>
            <a:ext cx="3411595" cy="3411595"/>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9" name="Title 1"/>
          <p:cNvSpPr>
            <a:spLocks noGrp="1"/>
          </p:cNvSpPr>
          <p:nvPr userDrawn="1">
            <p:ph type="title" hasCustomPrompt="1"/>
          </p:nvPr>
        </p:nvSpPr>
        <p:spPr>
          <a:xfrm>
            <a:off x="1523470" y="3953449"/>
            <a:ext cx="2338014" cy="553998"/>
          </a:xfrm>
          <a:noFill/>
        </p:spPr>
        <p:txBody>
          <a:bodyPr wrap="square" lIns="0" tIns="0" rIns="0" bIns="0" anchor="b" anchorCtr="0">
            <a:spAutoFit/>
          </a:bodyPr>
          <a:lstStyle>
            <a:lvl1pPr algn="ctr">
              <a:defRPr sz="3600" spc="-50" baseline="0">
                <a:solidFill>
                  <a:schemeClr val="accent3"/>
                </a:solidFill>
                <a:latin typeface="+mj-lt"/>
                <a:cs typeface="Segoe UI" panose="020B0502040204020203" pitchFamily="34" charset="0"/>
              </a:defRPr>
            </a:lvl1pPr>
          </a:lstStyle>
          <a:p>
            <a:r>
              <a:rPr lang="en-US"/>
              <a:t>Thank you</a:t>
            </a:r>
          </a:p>
        </p:txBody>
      </p:sp>
      <p:sp>
        <p:nvSpPr>
          <p:cNvPr id="57" name="Oval 56">
            <a:extLst>
              <a:ext uri="{FF2B5EF4-FFF2-40B4-BE49-F238E27FC236}">
                <a16:creationId xmlns:a16="http://schemas.microsoft.com/office/drawing/2014/main" id="{82370162-8F66-42CA-9CB1-35ECFEA052FC}"/>
              </a:ext>
            </a:extLst>
          </p:cNvPr>
          <p:cNvSpPr/>
          <p:nvPr userDrawn="1"/>
        </p:nvSpPr>
        <p:spPr bwMode="auto">
          <a:xfrm flipV="1">
            <a:off x="3531058" y="2663830"/>
            <a:ext cx="233102" cy="233102"/>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5888805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952140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251383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30700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8235475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53732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905531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14448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81640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082745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13773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989603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12264503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10964427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22389534"/>
      </p:ext>
    </p:extLst>
  </p:cSld>
  <p:clrMapOvr>
    <a:masterClrMapping/>
  </p:clrMapOvr>
  <p:transition>
    <p:fade/>
  </p:transition>
  <p:extLst>
    <p:ext uri="{DCECCB84-F9BA-43D5-87BE-67443E8EF086}">
      <p15:sldGuideLst xmlns:p15="http://schemas.microsoft.com/office/powerpoint/2012/main">
        <p15:guide id="2" orient="horz" pos="1162">
          <p15:clr>
            <a:srgbClr val="5ACBF0"/>
          </p15:clr>
        </p15:guide>
        <p15:guide id="3" orient="horz" pos="288">
          <p15:clr>
            <a:srgbClr val="5ACBF0"/>
          </p15:clr>
        </p15:guide>
        <p15:guide id="5" orient="horz" pos="904">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20542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044257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292097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4144534"/>
      </p:ext>
    </p:extLst>
  </p:cSld>
  <p:clrMapOvr>
    <a:masterClrMapping/>
  </p:clrMapOvr>
  <p:transition>
    <p:fade/>
  </p:transition>
  <p:extLst>
    <p:ext uri="{DCECCB84-F9BA-43D5-87BE-67443E8EF086}">
      <p15:sldGuideLst xmlns:p15="http://schemas.microsoft.com/office/powerpoint/2012/main">
        <p15:guide id="3" orient="horz" pos="1162">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782199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463735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9420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161C8D7-A314-D146-8B0F-88DAD8C243A2}"/>
              </a:ext>
            </a:extLst>
          </p:cNvPr>
          <p:cNvCxnSpPr/>
          <p:nvPr/>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44524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2B4BDF-7433-F544-8549-B08FCF3FD2A9}"/>
              </a:ext>
            </a:extLst>
          </p:cNvPr>
          <p:cNvCxnSpPr/>
          <p:nvPr/>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0328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CF841732-6515-3E42-A4B2-E3983B953B2A}"/>
              </a:ext>
            </a:extLst>
          </p:cNvPr>
          <p:cNvCxnSpPr/>
          <p:nvPr/>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13461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F6A269D7-BC15-0043-AAC1-8EE9E66292B3}"/>
              </a:ext>
            </a:extLst>
          </p:cNvPr>
          <p:cNvCxnSpPr/>
          <p:nvPr/>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392788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12" name="Straight Connector 11">
            <a:extLst>
              <a:ext uri="{FF2B5EF4-FFF2-40B4-BE49-F238E27FC236}">
                <a16:creationId xmlns:a16="http://schemas.microsoft.com/office/drawing/2014/main" id="{F6A269D7-BC15-0043-AAC1-8EE9E66292B3}"/>
              </a:ext>
            </a:extLst>
          </p:cNvPr>
          <p:cNvCxnSpPr/>
          <p:nvPr/>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511964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3" name="Straight Connector 2">
            <a:extLst>
              <a:ext uri="{FF2B5EF4-FFF2-40B4-BE49-F238E27FC236}">
                <a16:creationId xmlns:a16="http://schemas.microsoft.com/office/drawing/2014/main" id="{2502F9BD-EF25-7144-AB08-9EDFAA5C2CEA}"/>
              </a:ext>
            </a:extLst>
          </p:cNvPr>
          <p:cNvCxnSpPr/>
          <p:nvPr/>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4077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p:nvSpPr>
        <p:spPr>
          <a:xfrm flipH="1">
            <a:off x="58420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701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67808"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240016"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127999" y="1436688"/>
            <a:ext cx="1592262" cy="581025"/>
          </a:xfrm>
          <a:prstGeom prst="rect">
            <a:avLst/>
          </a:prstGeom>
          <a:noFill/>
        </p:spPr>
        <p:txBody>
          <a:bodyPr wrap="square" lIns="90000" tIns="0" rIns="0" bIns="0" rtlCol="0">
            <a:noAutofit/>
          </a:bodyPr>
          <a:lstStyle/>
          <a:p>
            <a:pPr algn="l"/>
            <a:r>
              <a:rPr lang="en-US" sz="360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100139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701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67808"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240016"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127999" y="3789363"/>
            <a:ext cx="1592262" cy="581025"/>
          </a:xfrm>
          <a:prstGeom prst="rect">
            <a:avLst/>
          </a:prstGeom>
          <a:noFill/>
        </p:spPr>
        <p:txBody>
          <a:bodyPr wrap="square" lIns="90000" tIns="0" rIns="0" bIns="0" rtlCol="0">
            <a:noAutofit/>
          </a:bodyPr>
          <a:lstStyle/>
          <a:p>
            <a:pPr algn="l"/>
            <a:r>
              <a:rPr lang="en-US" sz="360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100139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01394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p:nvSpPr>
        <p:spPr>
          <a:xfrm flipH="1">
            <a:off x="58420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701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67808"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240016"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127999" y="1436688"/>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100139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701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67808"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240016"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127999" y="3789363"/>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100139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21107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p:nvSpPr>
        <p:spPr>
          <a:xfrm flipH="1">
            <a:off x="58420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701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67808"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240016"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127999" y="1436688"/>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100139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701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67808"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240016"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127999" y="3789363"/>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100139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4538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1130101845"/>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6087146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3595876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14880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p15:clr>
            <a:srgbClr val="A4A3A4"/>
          </p15:clr>
        </p15:guide>
        <p15:guide id="19" pos="4531">
          <p15:clr>
            <a:srgbClr val="A4A3A4"/>
          </p15:clr>
        </p15:guide>
        <p15:guide id="28" orient="horz" pos="905">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52654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p15:clr>
            <a:srgbClr val="A4A3A4"/>
          </p15:clr>
        </p15:guide>
        <p15:guide id="19" pos="3341">
          <p15:clr>
            <a:srgbClr val="A4A3A4"/>
          </p15:clr>
        </p15:guide>
        <p15:guide id="28" orient="horz" pos="905">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a:t>Add quote text here Add quote text here Add quote text here Add quote text here Add quote text here</a:t>
            </a:r>
          </a:p>
        </p:txBody>
      </p:sp>
    </p:spTree>
    <p:extLst>
      <p:ext uri="{BB962C8B-B14F-4D97-AF65-F5344CB8AC3E}">
        <p14:creationId xmlns:p14="http://schemas.microsoft.com/office/powerpoint/2010/main" val="219364675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a:t>Add quote text here</a:t>
            </a:r>
          </a:p>
        </p:txBody>
      </p:sp>
    </p:spTree>
    <p:extLst>
      <p:ext uri="{BB962C8B-B14F-4D97-AF65-F5344CB8AC3E}">
        <p14:creationId xmlns:p14="http://schemas.microsoft.com/office/powerpoint/2010/main" val="38920725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a:t>Add quote text here</a:t>
            </a:r>
          </a:p>
        </p:txBody>
      </p:sp>
    </p:spTree>
    <p:extLst>
      <p:ext uri="{BB962C8B-B14F-4D97-AF65-F5344CB8AC3E}">
        <p14:creationId xmlns:p14="http://schemas.microsoft.com/office/powerpoint/2010/main" val="40790917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p15:clr>
            <a:srgbClr val="5ACBF0"/>
          </p15:clr>
        </p15:guide>
        <p15:guide id="7" pos="4747">
          <p15:clr>
            <a:srgbClr val="5ACBF0"/>
          </p15:clr>
        </p15:guide>
        <p15:guide id="8" pos="4936">
          <p15:clr>
            <a:srgbClr val="5ACBF0"/>
          </p15:clr>
        </p15:guide>
        <p15:guide id="9" pos="5123">
          <p15:clr>
            <a:srgbClr val="5ACBF0"/>
          </p15:clr>
        </p15:guide>
        <p15:guide id="10" orient="horz" pos="3465">
          <p15:clr>
            <a:srgbClr val="5ACBF0"/>
          </p15:clr>
        </p15:guide>
        <p15:guide id="11" orient="horz" pos="1956">
          <p15:clr>
            <a:srgbClr val="FBAE40"/>
          </p15:clr>
        </p15:guide>
        <p15:guide id="12" pos="1096">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479941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6125975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4271735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17562865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42152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354862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Tree>
    <p:extLst>
      <p:ext uri="{BB962C8B-B14F-4D97-AF65-F5344CB8AC3E}">
        <p14:creationId xmlns:p14="http://schemas.microsoft.com/office/powerpoint/2010/main" val="2775330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Resources</a:t>
            </a:r>
          </a:p>
        </p:txBody>
      </p: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Tree>
    <p:extLst>
      <p:ext uri="{BB962C8B-B14F-4D97-AF65-F5344CB8AC3E}">
        <p14:creationId xmlns:p14="http://schemas.microsoft.com/office/powerpoint/2010/main" val="246061447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Subtitle</a:t>
            </a:r>
          </a:p>
        </p:txBody>
      </p: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577909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2854864798"/>
      </p:ext>
    </p:extLst>
  </p:cSld>
  <p:clrMapOvr>
    <a:masterClrMapping/>
  </p:clrMapOvr>
  <p:transition>
    <p:fade/>
  </p:transition>
  <p:extLst>
    <p:ext uri="{DCECCB84-F9BA-43D5-87BE-67443E8EF086}">
      <p15:sldGuideLst xmlns:p15="http://schemas.microsoft.com/office/powerpoint/2012/main">
        <p15:guide id="13" pos="4929">
          <p15:clr>
            <a:srgbClr val="5ACBF0"/>
          </p15:clr>
        </p15:guide>
        <p15:guide id="29" orient="horz" pos="2160">
          <p15:clr>
            <a:srgbClr val="5ACBF0"/>
          </p15:clr>
        </p15:guide>
        <p15:guide id="30" pos="4566">
          <p15:clr>
            <a:srgbClr val="5ACBF0"/>
          </p15:clr>
        </p15:guide>
        <p15:guide id="31" pos="4203">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9705277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57963553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p15:clr>
            <a:srgbClr val="A4A3A4"/>
          </p15:clr>
        </p15:guide>
        <p15:guide id="28" pos="3840">
          <p15:clr>
            <a:srgbClr val="F26B43"/>
          </p15:clr>
        </p15:guide>
        <p15:guide id="29" pos="3454">
          <p15:clr>
            <a:srgbClr val="FBAE40"/>
          </p15:clr>
        </p15:guide>
        <p15:guide id="30" pos="4203">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a:solidFill>
                <a:schemeClr val="bg1"/>
              </a:solidFill>
              <a:latin typeface="Segoe UI" panose="020B0502040204020203" pitchFamily="34" charset="0"/>
              <a:cs typeface="Segoe UI" panose="020B0502040204020203" pitchFamily="34" charset="0"/>
            </a:endParaRPr>
          </a:p>
          <a:p>
            <a:pPr>
              <a:lnSpc>
                <a:spcPct val="100000"/>
              </a:lnSpc>
            </a:pPr>
            <a:r>
              <a:rPr lang="en-US" sz="1800" b="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Financial</a:t>
            </a:r>
          </a:p>
          <a:p>
            <a:pPr lvl="0"/>
            <a:r>
              <a:rPr lang="en-US"/>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Percentage</a:t>
            </a:r>
          </a:p>
          <a:p>
            <a:pPr lvl="0"/>
            <a:r>
              <a:rPr lang="en-US"/>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Additional</a:t>
            </a:r>
          </a:p>
          <a:p>
            <a:pPr lvl="0"/>
            <a:r>
              <a:rPr lang="en-US"/>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Tree>
    <p:extLst>
      <p:ext uri="{BB962C8B-B14F-4D97-AF65-F5344CB8AC3E}">
        <p14:creationId xmlns:p14="http://schemas.microsoft.com/office/powerpoint/2010/main" val="2192568121"/>
      </p:ext>
    </p:extLst>
  </p:cSld>
  <p:clrMapOvr>
    <a:masterClrMapping/>
  </p:clrMapOvr>
  <p:transition>
    <p:fade/>
  </p:transition>
  <p:extLst>
    <p:ext uri="{DCECCB84-F9BA-43D5-87BE-67443E8EF086}">
      <p15:sldGuideLst xmlns:p15="http://schemas.microsoft.com/office/powerpoint/2012/main">
        <p15:guide id="16" pos="3754">
          <p15:clr>
            <a:srgbClr val="A4A3A4"/>
          </p15:clr>
        </p15:guide>
        <p15:guide id="17" pos="3931">
          <p15:clr>
            <a:srgbClr val="A4A3A4"/>
          </p15:clr>
        </p15:guide>
        <p15:guide id="20" pos="4937">
          <p15:clr>
            <a:srgbClr val="A4A3A4"/>
          </p15:clr>
        </p15:guide>
        <p15:guide id="21" pos="5133">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p15:clr>
            <a:srgbClr val="FBAE40"/>
          </p15:clr>
        </p15:guide>
        <p15:guide id="32" orient="horz" pos="1162">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421715583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p15:clr>
            <a:srgbClr val="FBAE40"/>
          </p15:clr>
        </p15:guide>
        <p15:guide id="25" orient="horz" pos="709">
          <p15:clr>
            <a:srgbClr val="FBAE40"/>
          </p15:clr>
        </p15:guide>
        <p15:guide id="26" pos="6834">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14586072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p15:clr>
            <a:srgbClr val="FBAE40"/>
          </p15:clr>
        </p15:guide>
        <p15:guide id="25" orient="horz" pos="709">
          <p15:clr>
            <a:srgbClr val="FBAE40"/>
          </p15:clr>
        </p15:guide>
        <p15:guide id="26" pos="6834">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0186947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972635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19176085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29141257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236493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787668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6594395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1984647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3271709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2899439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28410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a:t>Section Name</a:t>
            </a:r>
          </a:p>
        </p:txBody>
      </p:sp>
    </p:spTree>
    <p:extLst>
      <p:ext uri="{BB962C8B-B14F-4D97-AF65-F5344CB8AC3E}">
        <p14:creationId xmlns:p14="http://schemas.microsoft.com/office/powerpoint/2010/main" val="17787451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accent2">
            <a:lumMod val="75000"/>
          </a:schemeClr>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3D20E7B-06EE-4512-A3FD-B58D12C1EA40}"/>
              </a:ext>
            </a:extLst>
          </p:cNvPr>
          <p:cNvSpPr/>
          <p:nvPr userDrawn="1"/>
        </p:nvSpPr>
        <p:spPr bwMode="auto">
          <a:xfrm rot="10800000">
            <a:off x="203201" y="4463142"/>
            <a:ext cx="11988800" cy="2453804"/>
          </a:xfrm>
          <a:custGeom>
            <a:avLst/>
            <a:gdLst>
              <a:gd name="connsiteX0" fmla="*/ 0 w 6531024"/>
              <a:gd name="connsiteY0" fmla="*/ 1600196 h 2122742"/>
              <a:gd name="connsiteX1" fmla="*/ 0 w 6531024"/>
              <a:gd name="connsiteY1" fmla="*/ 0 h 2122742"/>
              <a:gd name="connsiteX2" fmla="*/ 5309541 w 6531024"/>
              <a:gd name="connsiteY2" fmla="*/ 0 h 2122742"/>
              <a:gd name="connsiteX3" fmla="*/ 5309541 w 6531024"/>
              <a:gd name="connsiteY3" fmla="*/ 1886869 h 2122742"/>
              <a:gd name="connsiteX4" fmla="*/ 2489270 w 6531024"/>
              <a:gd name="connsiteY4" fmla="*/ 1626184 h 2122742"/>
              <a:gd name="connsiteX5" fmla="*/ 244343 w 6531024"/>
              <a:gd name="connsiteY5" fmla="*/ 1738282 h 2122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31024" h="2122742">
                <a:moveTo>
                  <a:pt x="0" y="1600196"/>
                </a:moveTo>
                <a:lnTo>
                  <a:pt x="0" y="0"/>
                </a:lnTo>
                <a:lnTo>
                  <a:pt x="5309541" y="0"/>
                </a:lnTo>
                <a:cubicBezTo>
                  <a:pt x="6768172" y="314479"/>
                  <a:pt x="7099780" y="2525076"/>
                  <a:pt x="5309541" y="1886869"/>
                </a:cubicBezTo>
                <a:cubicBezTo>
                  <a:pt x="3519301" y="1248661"/>
                  <a:pt x="3435736" y="614412"/>
                  <a:pt x="2489270" y="1626184"/>
                </a:cubicBezTo>
                <a:cubicBezTo>
                  <a:pt x="1779420" y="2385013"/>
                  <a:pt x="1013860" y="2151010"/>
                  <a:pt x="244343" y="1738282"/>
                </a:cubicBezTo>
                <a:close/>
              </a:path>
            </a:pathLst>
          </a:custGeom>
          <a:solidFill>
            <a:srgbClr val="1B2A44"/>
          </a:solidFill>
          <a:ln>
            <a:noFill/>
          </a:ln>
          <a:effectLst>
            <a:outerShdw blurRad="279400" dist="38100" dir="8100000" sx="101000" sy="101000" algn="tr"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Freeform: Shape 8">
            <a:extLst>
              <a:ext uri="{FF2B5EF4-FFF2-40B4-BE49-F238E27FC236}">
                <a16:creationId xmlns:a16="http://schemas.microsoft.com/office/drawing/2014/main" id="{68E602C6-7B95-4E5A-BDD7-4447C51A5761}"/>
              </a:ext>
            </a:extLst>
          </p:cNvPr>
          <p:cNvSpPr/>
          <p:nvPr userDrawn="1"/>
        </p:nvSpPr>
        <p:spPr bwMode="auto">
          <a:xfrm rot="10800000">
            <a:off x="1217579" y="5258249"/>
            <a:ext cx="10974422" cy="1651188"/>
          </a:xfrm>
          <a:custGeom>
            <a:avLst/>
            <a:gdLst>
              <a:gd name="connsiteX0" fmla="*/ 0 w 6258493"/>
              <a:gd name="connsiteY0" fmla="*/ 819162 h 1648381"/>
              <a:gd name="connsiteX1" fmla="*/ 0 w 6258493"/>
              <a:gd name="connsiteY1" fmla="*/ 0 h 1648381"/>
              <a:gd name="connsiteX2" fmla="*/ 6138772 w 6258493"/>
              <a:gd name="connsiteY2" fmla="*/ 14511 h 1648381"/>
              <a:gd name="connsiteX3" fmla="*/ 4856267 w 6258493"/>
              <a:gd name="connsiteY3" fmla="*/ 1464703 h 1648381"/>
              <a:gd name="connsiteX4" fmla="*/ 2660077 w 6258493"/>
              <a:gd name="connsiteY4" fmla="*/ 1261704 h 1648381"/>
              <a:gd name="connsiteX5" fmla="*/ 313146 w 6258493"/>
              <a:gd name="connsiteY5" fmla="*/ 1004686 h 1648381"/>
              <a:gd name="connsiteX6" fmla="*/ 45070 w 6258493"/>
              <a:gd name="connsiteY6" fmla="*/ 846191 h 1648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8493" h="1648381">
                <a:moveTo>
                  <a:pt x="0" y="819162"/>
                </a:moveTo>
                <a:lnTo>
                  <a:pt x="0" y="0"/>
                </a:lnTo>
                <a:lnTo>
                  <a:pt x="6138772" y="14511"/>
                </a:lnTo>
                <a:cubicBezTo>
                  <a:pt x="6566383" y="1484479"/>
                  <a:pt x="5780604" y="1649246"/>
                  <a:pt x="4856267" y="1464703"/>
                </a:cubicBezTo>
                <a:cubicBezTo>
                  <a:pt x="3931931" y="1280161"/>
                  <a:pt x="3397105" y="473821"/>
                  <a:pt x="2660077" y="1261704"/>
                </a:cubicBezTo>
                <a:cubicBezTo>
                  <a:pt x="1923048" y="2049587"/>
                  <a:pt x="1108895" y="1463010"/>
                  <a:pt x="313146" y="1004686"/>
                </a:cubicBezTo>
                <a:cubicBezTo>
                  <a:pt x="213678" y="947395"/>
                  <a:pt x="125123" y="894313"/>
                  <a:pt x="45070" y="846191"/>
                </a:cubicBezTo>
                <a:close/>
              </a:path>
            </a:pathLst>
          </a:custGeom>
          <a:solidFill>
            <a:srgbClr val="243A5E">
              <a:lumMod val="50000"/>
              <a:alpha val="70000"/>
            </a:srgbClr>
          </a:solidFill>
          <a:ln>
            <a:noFill/>
          </a:ln>
          <a:effectLst>
            <a:outerShdw blurRad="152400" dist="38100" dir="8100000" sx="101000" sy="101000" algn="tr"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Oval 4">
            <a:extLst>
              <a:ext uri="{FF2B5EF4-FFF2-40B4-BE49-F238E27FC236}">
                <a16:creationId xmlns:a16="http://schemas.microsoft.com/office/drawing/2014/main" id="{9EC9B599-4DC0-4F15-8FF1-A1968FE18548}"/>
              </a:ext>
            </a:extLst>
          </p:cNvPr>
          <p:cNvSpPr/>
          <p:nvPr userDrawn="1"/>
        </p:nvSpPr>
        <p:spPr bwMode="auto">
          <a:xfrm rot="16200000" flipV="1">
            <a:off x="6369254" y="5046290"/>
            <a:ext cx="1047860" cy="1047860"/>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Oval 6">
            <a:extLst>
              <a:ext uri="{FF2B5EF4-FFF2-40B4-BE49-F238E27FC236}">
                <a16:creationId xmlns:a16="http://schemas.microsoft.com/office/drawing/2014/main" id="{22DBFCD3-9A78-402E-ACBF-B0EF183295C2}"/>
              </a:ext>
            </a:extLst>
          </p:cNvPr>
          <p:cNvSpPr/>
          <p:nvPr userDrawn="1"/>
        </p:nvSpPr>
        <p:spPr>
          <a:xfrm rot="8100000" flipV="1">
            <a:off x="4398073" y="5907453"/>
            <a:ext cx="754025" cy="754025"/>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8" name="Oval 7">
            <a:extLst>
              <a:ext uri="{FF2B5EF4-FFF2-40B4-BE49-F238E27FC236}">
                <a16:creationId xmlns:a16="http://schemas.microsoft.com/office/drawing/2014/main" id="{82DC64D4-2881-4935-A97F-2C2D155207C5}"/>
              </a:ext>
            </a:extLst>
          </p:cNvPr>
          <p:cNvSpPr/>
          <p:nvPr userDrawn="1"/>
        </p:nvSpPr>
        <p:spPr>
          <a:xfrm rot="8100000" flipV="1">
            <a:off x="6212176" y="5407245"/>
            <a:ext cx="607188" cy="607188"/>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0" name="Oval 9">
            <a:extLst>
              <a:ext uri="{FF2B5EF4-FFF2-40B4-BE49-F238E27FC236}">
                <a16:creationId xmlns:a16="http://schemas.microsoft.com/office/drawing/2014/main" id="{F6CC8B02-89E8-41EB-8639-D0C972796969}"/>
              </a:ext>
            </a:extLst>
          </p:cNvPr>
          <p:cNvSpPr/>
          <p:nvPr userDrawn="1"/>
        </p:nvSpPr>
        <p:spPr>
          <a:xfrm rot="16890349" flipV="1">
            <a:off x="9620866" y="3865372"/>
            <a:ext cx="1531470" cy="1531470"/>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11" name="Group 10">
            <a:extLst>
              <a:ext uri="{FF2B5EF4-FFF2-40B4-BE49-F238E27FC236}">
                <a16:creationId xmlns:a16="http://schemas.microsoft.com/office/drawing/2014/main" id="{BCCC9857-4C34-43B2-9072-BD99F798BA1D}"/>
              </a:ext>
            </a:extLst>
          </p:cNvPr>
          <p:cNvGrpSpPr/>
          <p:nvPr userDrawn="1"/>
        </p:nvGrpSpPr>
        <p:grpSpPr>
          <a:xfrm rot="17460000" flipV="1">
            <a:off x="7397544" y="4245416"/>
            <a:ext cx="2643408" cy="2217514"/>
            <a:chOff x="367862" y="2695488"/>
            <a:chExt cx="1959322" cy="1643645"/>
          </a:xfrm>
        </p:grpSpPr>
        <p:grpSp>
          <p:nvGrpSpPr>
            <p:cNvPr id="12" name="Group 11">
              <a:extLst>
                <a:ext uri="{FF2B5EF4-FFF2-40B4-BE49-F238E27FC236}">
                  <a16:creationId xmlns:a16="http://schemas.microsoft.com/office/drawing/2014/main" id="{F9CEFDA3-FAF1-4B59-B987-05189A7A9298}"/>
                </a:ext>
              </a:extLst>
            </p:cNvPr>
            <p:cNvGrpSpPr/>
            <p:nvPr/>
          </p:nvGrpSpPr>
          <p:grpSpPr>
            <a:xfrm>
              <a:off x="2222322" y="2695488"/>
              <a:ext cx="104862" cy="104862"/>
              <a:chOff x="2201309" y="2666855"/>
              <a:chExt cx="146888" cy="146888"/>
            </a:xfrm>
          </p:grpSpPr>
          <p:sp>
            <p:nvSpPr>
              <p:cNvPr id="14" name="Oval 13">
                <a:extLst>
                  <a:ext uri="{FF2B5EF4-FFF2-40B4-BE49-F238E27FC236}">
                    <a16:creationId xmlns:a16="http://schemas.microsoft.com/office/drawing/2014/main" id="{42E1FA50-2CAB-4C11-A336-FBCC2EE5E2C5}"/>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Oval 14">
                <a:extLst>
                  <a:ext uri="{FF2B5EF4-FFF2-40B4-BE49-F238E27FC236}">
                    <a16:creationId xmlns:a16="http://schemas.microsoft.com/office/drawing/2014/main" id="{D2781090-096A-4228-A05F-A0BA42AFAD5D}"/>
                  </a:ext>
                </a:extLst>
              </p:cNvPr>
              <p:cNvSpPr/>
              <p:nvPr/>
            </p:nvSpPr>
            <p:spPr bwMode="auto">
              <a:xfrm>
                <a:off x="2201309" y="2666855"/>
                <a:ext cx="146888" cy="146888"/>
              </a:xfrm>
              <a:prstGeom prst="ellipse">
                <a:avLst/>
              </a:prstGeom>
              <a:solidFill>
                <a:srgbClr val="FFFFFF">
                  <a:alpha val="48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13" name="Straight Connector 12">
              <a:extLst>
                <a:ext uri="{FF2B5EF4-FFF2-40B4-BE49-F238E27FC236}">
                  <a16:creationId xmlns:a16="http://schemas.microsoft.com/office/drawing/2014/main" id="{46AC952E-E660-4870-BD28-34DB2061DF1B}"/>
                </a:ext>
              </a:extLst>
            </p:cNvPr>
            <p:cNvCxnSpPr>
              <a:cxnSpLocks/>
            </p:cNvCxnSpPr>
            <p:nvPr/>
          </p:nvCxnSpPr>
          <p:spPr>
            <a:xfrm flipV="1">
              <a:off x="367862" y="2747010"/>
              <a:ext cx="1906708" cy="1592123"/>
            </a:xfrm>
            <a:prstGeom prst="line">
              <a:avLst/>
            </a:prstGeom>
            <a:noFill/>
            <a:ln w="9525" cap="flat" cmpd="sng" algn="ctr">
              <a:gradFill flip="none" rotWithShape="1">
                <a:gsLst>
                  <a:gs pos="0">
                    <a:srgbClr val="FFFFFF">
                      <a:alpha val="39000"/>
                    </a:srgbClr>
                  </a:gs>
                  <a:gs pos="84000">
                    <a:srgbClr val="243A5E">
                      <a:lumMod val="75000"/>
                      <a:alpha val="49000"/>
                    </a:srgbClr>
                  </a:gs>
                </a:gsLst>
                <a:lin ang="10800000" scaled="1"/>
                <a:tileRect/>
              </a:gradFill>
              <a:prstDash val="solid"/>
              <a:headEnd type="none" w="lg" len="med"/>
              <a:tailEnd type="none" w="lg" len="med"/>
            </a:ln>
            <a:effectLst/>
          </p:spPr>
        </p:cxnSp>
      </p:grpSp>
      <p:sp>
        <p:nvSpPr>
          <p:cNvPr id="26" name="Oval 25">
            <a:extLst>
              <a:ext uri="{FF2B5EF4-FFF2-40B4-BE49-F238E27FC236}">
                <a16:creationId xmlns:a16="http://schemas.microsoft.com/office/drawing/2014/main" id="{20B8931F-CB0E-499D-B84A-ABD9ADE4846C}"/>
              </a:ext>
            </a:extLst>
          </p:cNvPr>
          <p:cNvSpPr/>
          <p:nvPr userDrawn="1"/>
        </p:nvSpPr>
        <p:spPr>
          <a:xfrm rot="16890349" flipV="1">
            <a:off x="4339724" y="6444442"/>
            <a:ext cx="314638" cy="314638"/>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27" name="Group 26">
            <a:extLst>
              <a:ext uri="{FF2B5EF4-FFF2-40B4-BE49-F238E27FC236}">
                <a16:creationId xmlns:a16="http://schemas.microsoft.com/office/drawing/2014/main" id="{DBCB8F76-06AB-4BC3-B4DA-07E351A43F8F}"/>
              </a:ext>
            </a:extLst>
          </p:cNvPr>
          <p:cNvGrpSpPr/>
          <p:nvPr userDrawn="1"/>
        </p:nvGrpSpPr>
        <p:grpSpPr>
          <a:xfrm rot="17460000" flipV="1">
            <a:off x="3825115" y="5320171"/>
            <a:ext cx="633894" cy="536104"/>
            <a:chOff x="1619250" y="2695488"/>
            <a:chExt cx="707934" cy="598722"/>
          </a:xfrm>
        </p:grpSpPr>
        <p:grpSp>
          <p:nvGrpSpPr>
            <p:cNvPr id="28" name="Group 27">
              <a:extLst>
                <a:ext uri="{FF2B5EF4-FFF2-40B4-BE49-F238E27FC236}">
                  <a16:creationId xmlns:a16="http://schemas.microsoft.com/office/drawing/2014/main" id="{E0FFF716-0E6F-4BF8-B22A-DDFC99E2CEBF}"/>
                </a:ext>
              </a:extLst>
            </p:cNvPr>
            <p:cNvGrpSpPr/>
            <p:nvPr/>
          </p:nvGrpSpPr>
          <p:grpSpPr>
            <a:xfrm>
              <a:off x="2222322" y="2695488"/>
              <a:ext cx="104862" cy="104862"/>
              <a:chOff x="2201309" y="2666855"/>
              <a:chExt cx="146888" cy="146888"/>
            </a:xfrm>
          </p:grpSpPr>
          <p:sp>
            <p:nvSpPr>
              <p:cNvPr id="30" name="Oval 29">
                <a:extLst>
                  <a:ext uri="{FF2B5EF4-FFF2-40B4-BE49-F238E27FC236}">
                    <a16:creationId xmlns:a16="http://schemas.microsoft.com/office/drawing/2014/main" id="{54C53739-5044-48F5-8966-3E1B9AE3BC46}"/>
                  </a:ext>
                </a:extLst>
              </p:cNvPr>
              <p:cNvSpPr/>
              <p:nvPr/>
            </p:nvSpPr>
            <p:spPr bwMode="auto">
              <a:xfrm>
                <a:off x="2201309" y="2666855"/>
                <a:ext cx="146888" cy="146888"/>
              </a:xfrm>
              <a:prstGeom prst="ellipse">
                <a:avLst/>
              </a:prstGeom>
              <a:solidFill>
                <a:schemeClr val="accent3">
                  <a:alpha val="70000"/>
                </a:scheme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1" name="Oval 30">
                <a:extLst>
                  <a:ext uri="{FF2B5EF4-FFF2-40B4-BE49-F238E27FC236}">
                    <a16:creationId xmlns:a16="http://schemas.microsoft.com/office/drawing/2014/main" id="{4C40CDCA-05ED-449D-9BF8-CAAC27A1C698}"/>
                  </a:ext>
                </a:extLst>
              </p:cNvPr>
              <p:cNvSpPr/>
              <p:nvPr/>
            </p:nvSpPr>
            <p:spPr bwMode="auto">
              <a:xfrm>
                <a:off x="2245682" y="2711228"/>
                <a:ext cx="58142" cy="58142"/>
              </a:xfrm>
              <a:prstGeom prst="ellipse">
                <a:avLst/>
              </a:prstGeom>
              <a:solidFill>
                <a:schemeClr val="accent3">
                  <a:alpha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29" name="Straight Connector 28">
              <a:extLst>
                <a:ext uri="{FF2B5EF4-FFF2-40B4-BE49-F238E27FC236}">
                  <a16:creationId xmlns:a16="http://schemas.microsoft.com/office/drawing/2014/main" id="{86131E48-7AB2-4420-98EA-A1EFBE1B24A2}"/>
                </a:ext>
              </a:extLst>
            </p:cNvPr>
            <p:cNvCxnSpPr>
              <a:cxnSpLocks/>
            </p:cNvCxnSpPr>
            <p:nvPr/>
          </p:nvCxnSpPr>
          <p:spPr>
            <a:xfrm flipV="1">
              <a:off x="1619250" y="2747010"/>
              <a:ext cx="655320" cy="547200"/>
            </a:xfrm>
            <a:prstGeom prst="line">
              <a:avLst/>
            </a:prstGeom>
            <a:noFill/>
            <a:ln w="9525" cap="flat" cmpd="sng" algn="ctr">
              <a:gradFill flip="none" rotWithShape="1">
                <a:gsLst>
                  <a:gs pos="0">
                    <a:schemeClr val="accent3"/>
                  </a:gs>
                  <a:gs pos="84000">
                    <a:srgbClr val="243A5E">
                      <a:lumMod val="75000"/>
                    </a:srgbClr>
                  </a:gs>
                </a:gsLst>
                <a:lin ang="10800000" scaled="1"/>
                <a:tileRect/>
              </a:gradFill>
              <a:prstDash val="solid"/>
              <a:headEnd type="none" w="lg" len="med"/>
              <a:tailEnd type="none" w="lg" len="med"/>
            </a:ln>
            <a:effectLst/>
          </p:spPr>
        </p:cxnSp>
      </p:grpSp>
      <p:grpSp>
        <p:nvGrpSpPr>
          <p:cNvPr id="32" name="Group 31">
            <a:extLst>
              <a:ext uri="{FF2B5EF4-FFF2-40B4-BE49-F238E27FC236}">
                <a16:creationId xmlns:a16="http://schemas.microsoft.com/office/drawing/2014/main" id="{2C9E1030-151A-493D-A95D-881751C809AB}"/>
              </a:ext>
            </a:extLst>
          </p:cNvPr>
          <p:cNvGrpSpPr/>
          <p:nvPr userDrawn="1"/>
        </p:nvGrpSpPr>
        <p:grpSpPr>
          <a:xfrm rot="17460000" flipV="1">
            <a:off x="10633465" y="4974765"/>
            <a:ext cx="568086" cy="480449"/>
            <a:chOff x="1619250" y="2695488"/>
            <a:chExt cx="707934" cy="598722"/>
          </a:xfrm>
        </p:grpSpPr>
        <p:grpSp>
          <p:nvGrpSpPr>
            <p:cNvPr id="33" name="Group 32">
              <a:extLst>
                <a:ext uri="{FF2B5EF4-FFF2-40B4-BE49-F238E27FC236}">
                  <a16:creationId xmlns:a16="http://schemas.microsoft.com/office/drawing/2014/main" id="{1BCD2166-1000-4EDC-9905-8CBA34655F60}"/>
                </a:ext>
              </a:extLst>
            </p:cNvPr>
            <p:cNvGrpSpPr/>
            <p:nvPr/>
          </p:nvGrpSpPr>
          <p:grpSpPr>
            <a:xfrm>
              <a:off x="2222322" y="2695488"/>
              <a:ext cx="104862" cy="104862"/>
              <a:chOff x="2201309" y="2666855"/>
              <a:chExt cx="146888" cy="146888"/>
            </a:xfrm>
          </p:grpSpPr>
          <p:sp>
            <p:nvSpPr>
              <p:cNvPr id="35" name="Oval 34">
                <a:extLst>
                  <a:ext uri="{FF2B5EF4-FFF2-40B4-BE49-F238E27FC236}">
                    <a16:creationId xmlns:a16="http://schemas.microsoft.com/office/drawing/2014/main" id="{E033B23A-DAEA-4AAF-8F56-6F0954CAD1D3}"/>
                  </a:ext>
                </a:extLst>
              </p:cNvPr>
              <p:cNvSpPr/>
              <p:nvPr/>
            </p:nvSpPr>
            <p:spPr bwMode="auto">
              <a:xfrm>
                <a:off x="2201309" y="2666855"/>
                <a:ext cx="146888" cy="146888"/>
              </a:xfrm>
              <a:prstGeom prst="ellipse">
                <a:avLst/>
              </a:prstGeom>
              <a:solidFill>
                <a:schemeClr val="accent3">
                  <a:alpha val="70000"/>
                </a:scheme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6" name="Oval 35">
                <a:extLst>
                  <a:ext uri="{FF2B5EF4-FFF2-40B4-BE49-F238E27FC236}">
                    <a16:creationId xmlns:a16="http://schemas.microsoft.com/office/drawing/2014/main" id="{BABF0400-041C-4633-99C3-69978A01511C}"/>
                  </a:ext>
                </a:extLst>
              </p:cNvPr>
              <p:cNvSpPr/>
              <p:nvPr/>
            </p:nvSpPr>
            <p:spPr bwMode="auto">
              <a:xfrm>
                <a:off x="2245682" y="2711228"/>
                <a:ext cx="58142" cy="58142"/>
              </a:xfrm>
              <a:prstGeom prst="ellipse">
                <a:avLst/>
              </a:prstGeom>
              <a:solidFill>
                <a:schemeClr val="accent3">
                  <a:alpha val="8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34" name="Straight Connector 33">
              <a:extLst>
                <a:ext uri="{FF2B5EF4-FFF2-40B4-BE49-F238E27FC236}">
                  <a16:creationId xmlns:a16="http://schemas.microsoft.com/office/drawing/2014/main" id="{94EFF3B1-5BA0-4836-AF3D-F7E31C54F346}"/>
                </a:ext>
              </a:extLst>
            </p:cNvPr>
            <p:cNvCxnSpPr>
              <a:cxnSpLocks/>
            </p:cNvCxnSpPr>
            <p:nvPr/>
          </p:nvCxnSpPr>
          <p:spPr>
            <a:xfrm flipV="1">
              <a:off x="1619250" y="2747010"/>
              <a:ext cx="655320" cy="547200"/>
            </a:xfrm>
            <a:prstGeom prst="line">
              <a:avLst/>
            </a:prstGeom>
            <a:noFill/>
            <a:ln w="9525" cap="flat" cmpd="sng" algn="ctr">
              <a:gradFill flip="none" rotWithShape="1">
                <a:gsLst>
                  <a:gs pos="0">
                    <a:schemeClr val="accent3"/>
                  </a:gs>
                  <a:gs pos="84000">
                    <a:srgbClr val="243A5E">
                      <a:lumMod val="75000"/>
                    </a:srgbClr>
                  </a:gs>
                </a:gsLst>
                <a:lin ang="10800000" scaled="1"/>
                <a:tileRect/>
              </a:gradFill>
              <a:prstDash val="solid"/>
              <a:headEnd type="none" w="lg" len="med"/>
              <a:tailEnd type="none" w="lg" len="med"/>
            </a:ln>
            <a:effectLst/>
          </p:spPr>
        </p:cxnSp>
      </p:grpSp>
      <p:grpSp>
        <p:nvGrpSpPr>
          <p:cNvPr id="42" name="Group 41">
            <a:extLst>
              <a:ext uri="{FF2B5EF4-FFF2-40B4-BE49-F238E27FC236}">
                <a16:creationId xmlns:a16="http://schemas.microsoft.com/office/drawing/2014/main" id="{043BD24C-C941-4F97-8A1C-DBA69ED3F326}"/>
              </a:ext>
            </a:extLst>
          </p:cNvPr>
          <p:cNvGrpSpPr/>
          <p:nvPr userDrawn="1"/>
        </p:nvGrpSpPr>
        <p:grpSpPr>
          <a:xfrm rot="17460000" flipV="1">
            <a:off x="5881007" y="5738777"/>
            <a:ext cx="787826" cy="666290"/>
            <a:chOff x="1619250" y="2695488"/>
            <a:chExt cx="707934" cy="598722"/>
          </a:xfrm>
        </p:grpSpPr>
        <p:grpSp>
          <p:nvGrpSpPr>
            <p:cNvPr id="43" name="Group 42">
              <a:extLst>
                <a:ext uri="{FF2B5EF4-FFF2-40B4-BE49-F238E27FC236}">
                  <a16:creationId xmlns:a16="http://schemas.microsoft.com/office/drawing/2014/main" id="{19F53FC7-BE31-4604-B75A-8E2C9BA5F3AC}"/>
                </a:ext>
              </a:extLst>
            </p:cNvPr>
            <p:cNvGrpSpPr/>
            <p:nvPr/>
          </p:nvGrpSpPr>
          <p:grpSpPr>
            <a:xfrm>
              <a:off x="2222322" y="2695488"/>
              <a:ext cx="104862" cy="104862"/>
              <a:chOff x="2201309" y="2666855"/>
              <a:chExt cx="146888" cy="146888"/>
            </a:xfrm>
          </p:grpSpPr>
          <p:sp>
            <p:nvSpPr>
              <p:cNvPr id="45" name="Oval 44">
                <a:extLst>
                  <a:ext uri="{FF2B5EF4-FFF2-40B4-BE49-F238E27FC236}">
                    <a16:creationId xmlns:a16="http://schemas.microsoft.com/office/drawing/2014/main" id="{2320245F-6979-4A01-BFDE-B7DC18453AE8}"/>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6" name="Oval 45">
                <a:extLst>
                  <a:ext uri="{FF2B5EF4-FFF2-40B4-BE49-F238E27FC236}">
                    <a16:creationId xmlns:a16="http://schemas.microsoft.com/office/drawing/2014/main" id="{F0C1FDA7-0C0D-4911-9A5C-9F7B125A2BFC}"/>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44" name="Straight Connector 43">
              <a:extLst>
                <a:ext uri="{FF2B5EF4-FFF2-40B4-BE49-F238E27FC236}">
                  <a16:creationId xmlns:a16="http://schemas.microsoft.com/office/drawing/2014/main" id="{6E2A88E3-0D78-40F9-993A-193C0D85A528}"/>
                </a:ext>
              </a:extLst>
            </p:cNvPr>
            <p:cNvCxnSpPr>
              <a:cxnSpLocks/>
            </p:cNvCxnSpPr>
            <p:nvPr/>
          </p:nvCxnSpPr>
          <p:spPr>
            <a:xfrm flipV="1">
              <a:off x="1619250" y="2747010"/>
              <a:ext cx="655320" cy="547200"/>
            </a:xfrm>
            <a:prstGeom prst="line">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cxnSp>
      </p:grpSp>
      <p:sp>
        <p:nvSpPr>
          <p:cNvPr id="47" name="Oval 46">
            <a:extLst>
              <a:ext uri="{FF2B5EF4-FFF2-40B4-BE49-F238E27FC236}">
                <a16:creationId xmlns:a16="http://schemas.microsoft.com/office/drawing/2014/main" id="{E1F9A298-6BA9-4131-8BBF-8F46B853E167}"/>
              </a:ext>
            </a:extLst>
          </p:cNvPr>
          <p:cNvSpPr/>
          <p:nvPr userDrawn="1"/>
        </p:nvSpPr>
        <p:spPr bwMode="auto">
          <a:xfrm rot="16200000" flipV="1">
            <a:off x="10976972" y="4455633"/>
            <a:ext cx="308375" cy="308375"/>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8" name="Star: 4 Points 47">
            <a:extLst>
              <a:ext uri="{FF2B5EF4-FFF2-40B4-BE49-F238E27FC236}">
                <a16:creationId xmlns:a16="http://schemas.microsoft.com/office/drawing/2014/main" id="{E7984385-BA50-4650-A57E-E9BD432E5D72}"/>
              </a:ext>
            </a:extLst>
          </p:cNvPr>
          <p:cNvSpPr/>
          <p:nvPr userDrawn="1"/>
        </p:nvSpPr>
        <p:spPr bwMode="auto">
          <a:xfrm rot="16200000" flipV="1">
            <a:off x="5252312" y="5827125"/>
            <a:ext cx="77315" cy="77315"/>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49" name="Star: 4 Points 48">
            <a:extLst>
              <a:ext uri="{FF2B5EF4-FFF2-40B4-BE49-F238E27FC236}">
                <a16:creationId xmlns:a16="http://schemas.microsoft.com/office/drawing/2014/main" id="{BAB6865B-7179-4187-BB7B-B8CE84900970}"/>
              </a:ext>
            </a:extLst>
          </p:cNvPr>
          <p:cNvSpPr/>
          <p:nvPr userDrawn="1"/>
        </p:nvSpPr>
        <p:spPr bwMode="auto">
          <a:xfrm rot="16200000" flipV="1">
            <a:off x="7796632" y="6561486"/>
            <a:ext cx="77315" cy="77315"/>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50" name="Star: 4 Points 49">
            <a:extLst>
              <a:ext uri="{FF2B5EF4-FFF2-40B4-BE49-F238E27FC236}">
                <a16:creationId xmlns:a16="http://schemas.microsoft.com/office/drawing/2014/main" id="{FBF984A1-D91E-4469-8CBB-4E07C3DC266D}"/>
              </a:ext>
            </a:extLst>
          </p:cNvPr>
          <p:cNvSpPr/>
          <p:nvPr userDrawn="1"/>
        </p:nvSpPr>
        <p:spPr bwMode="auto">
          <a:xfrm rot="16200000" flipV="1">
            <a:off x="4395291" y="6504397"/>
            <a:ext cx="77315" cy="77315"/>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51" name="Star: 4 Points 50">
            <a:extLst>
              <a:ext uri="{FF2B5EF4-FFF2-40B4-BE49-F238E27FC236}">
                <a16:creationId xmlns:a16="http://schemas.microsoft.com/office/drawing/2014/main" id="{A6F2E7C6-D11D-44EE-9315-651A3D810198}"/>
              </a:ext>
            </a:extLst>
          </p:cNvPr>
          <p:cNvSpPr/>
          <p:nvPr userDrawn="1"/>
        </p:nvSpPr>
        <p:spPr bwMode="auto">
          <a:xfrm rot="16200000" flipV="1">
            <a:off x="10190457" y="6207149"/>
            <a:ext cx="77315" cy="77315"/>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52" name="Star: 4 Points 51">
            <a:extLst>
              <a:ext uri="{FF2B5EF4-FFF2-40B4-BE49-F238E27FC236}">
                <a16:creationId xmlns:a16="http://schemas.microsoft.com/office/drawing/2014/main" id="{5D9D45D6-ED75-4923-9DB0-24D8B83A52C3}"/>
              </a:ext>
            </a:extLst>
          </p:cNvPr>
          <p:cNvSpPr/>
          <p:nvPr userDrawn="1"/>
        </p:nvSpPr>
        <p:spPr bwMode="auto">
          <a:xfrm rot="16200000" flipV="1">
            <a:off x="10933673" y="5597520"/>
            <a:ext cx="77315" cy="77315"/>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53" name="Star: 4 Points 52">
            <a:extLst>
              <a:ext uri="{FF2B5EF4-FFF2-40B4-BE49-F238E27FC236}">
                <a16:creationId xmlns:a16="http://schemas.microsoft.com/office/drawing/2014/main" id="{FDC4761E-FBDC-4E98-8D85-5A45A3CEE4CB}"/>
              </a:ext>
            </a:extLst>
          </p:cNvPr>
          <p:cNvSpPr/>
          <p:nvPr userDrawn="1"/>
        </p:nvSpPr>
        <p:spPr bwMode="auto">
          <a:xfrm rot="16200000" flipV="1">
            <a:off x="10431301" y="5597520"/>
            <a:ext cx="77315" cy="77315"/>
          </a:xfrm>
          <a:prstGeom prst="star4">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2" name="Title 1"/>
          <p:cNvSpPr>
            <a:spLocks noGrp="1"/>
          </p:cNvSpPr>
          <p:nvPr userDrawn="1">
            <p:ph type="title" hasCustomPrompt="1"/>
          </p:nvPr>
        </p:nvSpPr>
        <p:spPr>
          <a:xfrm>
            <a:off x="585216" y="3035808"/>
            <a:ext cx="9144000"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title with no subtitle</a:t>
            </a:r>
          </a:p>
        </p:txBody>
      </p:sp>
      <p:grpSp>
        <p:nvGrpSpPr>
          <p:cNvPr id="16" name="Group 15">
            <a:extLst>
              <a:ext uri="{FF2B5EF4-FFF2-40B4-BE49-F238E27FC236}">
                <a16:creationId xmlns:a16="http://schemas.microsoft.com/office/drawing/2014/main" id="{B9A5FF9D-529C-4AF6-A103-3BFB5D741AB0}"/>
              </a:ext>
            </a:extLst>
          </p:cNvPr>
          <p:cNvGrpSpPr/>
          <p:nvPr userDrawn="1"/>
        </p:nvGrpSpPr>
        <p:grpSpPr>
          <a:xfrm rot="17460000" flipV="1">
            <a:off x="1443963" y="5528625"/>
            <a:ext cx="955105" cy="807762"/>
            <a:chOff x="1619250" y="2695488"/>
            <a:chExt cx="707934" cy="598722"/>
          </a:xfrm>
        </p:grpSpPr>
        <p:grpSp>
          <p:nvGrpSpPr>
            <p:cNvPr id="17" name="Group 16">
              <a:extLst>
                <a:ext uri="{FF2B5EF4-FFF2-40B4-BE49-F238E27FC236}">
                  <a16:creationId xmlns:a16="http://schemas.microsoft.com/office/drawing/2014/main" id="{161C624D-5314-433F-B18E-E2AF898EDF0E}"/>
                </a:ext>
              </a:extLst>
            </p:cNvPr>
            <p:cNvGrpSpPr/>
            <p:nvPr/>
          </p:nvGrpSpPr>
          <p:grpSpPr>
            <a:xfrm>
              <a:off x="2222322" y="2695488"/>
              <a:ext cx="104862" cy="104862"/>
              <a:chOff x="2201309" y="2666855"/>
              <a:chExt cx="146888" cy="146888"/>
            </a:xfrm>
          </p:grpSpPr>
          <p:sp>
            <p:nvSpPr>
              <p:cNvPr id="19" name="Oval 18">
                <a:extLst>
                  <a:ext uri="{FF2B5EF4-FFF2-40B4-BE49-F238E27FC236}">
                    <a16:creationId xmlns:a16="http://schemas.microsoft.com/office/drawing/2014/main" id="{4330E25C-48E0-4148-9439-34B56487D3F7}"/>
                  </a:ext>
                </a:extLst>
              </p:cNvPr>
              <p:cNvSpPr/>
              <p:nvPr/>
            </p:nvSpPr>
            <p:spPr bwMode="auto">
              <a:xfrm>
                <a:off x="2245682" y="2711228"/>
                <a:ext cx="58142" cy="58142"/>
              </a:xfrm>
              <a:prstGeom prst="ellipse">
                <a:avLst/>
              </a:prstGeom>
              <a:solidFill>
                <a:srgbClr val="FFFFFF">
                  <a:alpha val="80000"/>
                </a:srgb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Oval 19">
                <a:extLst>
                  <a:ext uri="{FF2B5EF4-FFF2-40B4-BE49-F238E27FC236}">
                    <a16:creationId xmlns:a16="http://schemas.microsoft.com/office/drawing/2014/main" id="{D4F5EBDB-8D4C-4980-BFAD-AF0DC4267789}"/>
                  </a:ext>
                </a:extLst>
              </p:cNvPr>
              <p:cNvSpPr/>
              <p:nvPr/>
            </p:nvSpPr>
            <p:spPr bwMode="auto">
              <a:xfrm>
                <a:off x="2201309" y="2666855"/>
                <a:ext cx="146888" cy="146888"/>
              </a:xfrm>
              <a:prstGeom prst="ellipse">
                <a:avLst/>
              </a:prstGeom>
              <a:solidFill>
                <a:srgbClr val="FFFFFF">
                  <a:alpha val="70000"/>
                </a:srgbClr>
              </a:solidFill>
              <a:ln w="9525" cap="flat" cmpd="sng" algn="ctr">
                <a:noFill/>
                <a:prstDash val="solid"/>
                <a:headEnd type="none" w="med" len="med"/>
                <a:tailEnd type="none" w="med" len="med"/>
              </a:ln>
              <a:effectLst>
                <a:softEdge rad="254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18" name="Straight Connector 17">
              <a:extLst>
                <a:ext uri="{FF2B5EF4-FFF2-40B4-BE49-F238E27FC236}">
                  <a16:creationId xmlns:a16="http://schemas.microsoft.com/office/drawing/2014/main" id="{6DC0E0EA-5A94-4854-ACC3-1394D52CD4B8}"/>
                </a:ext>
              </a:extLst>
            </p:cNvPr>
            <p:cNvCxnSpPr>
              <a:cxnSpLocks/>
            </p:cNvCxnSpPr>
            <p:nvPr/>
          </p:nvCxnSpPr>
          <p:spPr>
            <a:xfrm flipV="1">
              <a:off x="1619250" y="2747010"/>
              <a:ext cx="655320" cy="547200"/>
            </a:xfrm>
            <a:prstGeom prst="line">
              <a:avLst/>
            </a:prstGeom>
            <a:noFill/>
            <a:ln w="9525" cap="flat" cmpd="sng" algn="ctr">
              <a:gradFill flip="none" rotWithShape="1">
                <a:gsLst>
                  <a:gs pos="0">
                    <a:srgbClr val="FFFFFF"/>
                  </a:gs>
                  <a:gs pos="84000">
                    <a:srgbClr val="243A5E">
                      <a:lumMod val="75000"/>
                    </a:srgbClr>
                  </a:gs>
                </a:gsLst>
                <a:lin ang="10800000" scaled="1"/>
                <a:tileRect/>
              </a:gradFill>
              <a:prstDash val="solid"/>
              <a:headEnd type="none" w="lg" len="med"/>
              <a:tailEnd type="none" w="lg" len="med"/>
            </a:ln>
            <a:effectLst/>
          </p:spPr>
        </p:cxnSp>
      </p:grpSp>
      <p:sp>
        <p:nvSpPr>
          <p:cNvPr id="3" name="Oval 2">
            <a:extLst>
              <a:ext uri="{FF2B5EF4-FFF2-40B4-BE49-F238E27FC236}">
                <a16:creationId xmlns:a16="http://schemas.microsoft.com/office/drawing/2014/main" id="{931C9C63-2C47-4654-ADFF-2F703F5202C9}"/>
              </a:ext>
            </a:extLst>
          </p:cNvPr>
          <p:cNvSpPr/>
          <p:nvPr userDrawn="1"/>
        </p:nvSpPr>
        <p:spPr bwMode="auto">
          <a:xfrm rot="16200000" flipV="1">
            <a:off x="909204" y="6275160"/>
            <a:ext cx="308375" cy="308375"/>
          </a:xfrm>
          <a:prstGeom prst="ellipse">
            <a:avLst/>
          </a:prstGeom>
          <a:gradFill flip="none" rotWithShape="1">
            <a:gsLst>
              <a:gs pos="0">
                <a:schemeClr val="accent3">
                  <a:alpha val="50000"/>
                </a:schemeClr>
              </a:gs>
              <a:gs pos="59000">
                <a:schemeClr val="accent1">
                  <a:alpha val="50000"/>
                </a:schemeClr>
              </a:gs>
              <a:gs pos="100000">
                <a:schemeClr val="bg2">
                  <a:alpha val="40000"/>
                </a:schemeClr>
              </a:gs>
            </a:gsLst>
            <a:lin ang="108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Oval 3">
            <a:extLst>
              <a:ext uri="{FF2B5EF4-FFF2-40B4-BE49-F238E27FC236}">
                <a16:creationId xmlns:a16="http://schemas.microsoft.com/office/drawing/2014/main" id="{BBBCEDB4-BD03-4C01-A249-BD2E00A67388}"/>
              </a:ext>
            </a:extLst>
          </p:cNvPr>
          <p:cNvSpPr/>
          <p:nvPr userDrawn="1"/>
        </p:nvSpPr>
        <p:spPr>
          <a:xfrm rot="16890349" flipV="1">
            <a:off x="882118" y="5747383"/>
            <a:ext cx="837336" cy="837335"/>
          </a:xfrm>
          <a:prstGeom prst="ellipse">
            <a:avLst/>
          </a:prstGeom>
          <a:gradFill>
            <a:gsLst>
              <a:gs pos="100000">
                <a:srgbClr val="243A5E"/>
              </a:gs>
              <a:gs pos="6000">
                <a:srgbClr val="243A5E">
                  <a:lumMod val="50000"/>
                </a:srgbClr>
              </a:gs>
            </a:gsLst>
            <a:path path="circle">
              <a:fillToRect l="100000" t="100000"/>
            </a:path>
          </a:gra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4008079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29553593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77007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334182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a:t>Appendix</a:t>
            </a:r>
          </a:p>
        </p:txBody>
      </p:sp>
    </p:spTree>
    <p:extLst>
      <p:ext uri="{BB962C8B-B14F-4D97-AF65-F5344CB8AC3E}">
        <p14:creationId xmlns:p14="http://schemas.microsoft.com/office/powerpoint/2010/main" val="315617332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8602339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20647940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Concept Description">
    <p:spTree>
      <p:nvGrpSpPr>
        <p:cNvPr id="1" name=""/>
        <p:cNvGrpSpPr/>
        <p:nvPr/>
      </p:nvGrpSpPr>
      <p:grpSpPr>
        <a:xfrm>
          <a:off x="0" y="0"/>
          <a:ext cx="0" cy="0"/>
          <a:chOff x="0" y="0"/>
          <a:chExt cx="0" cy="0"/>
        </a:xfrm>
      </p:grpSpPr>
      <p:sp>
        <p:nvSpPr>
          <p:cNvPr id="7" name="Title 6"/>
          <p:cNvSpPr>
            <a:spLocks noGrp="1"/>
          </p:cNvSpPr>
          <p:nvPr>
            <p:ph type="title"/>
          </p:nvPr>
        </p:nvSpPr>
        <p:spPr>
          <a:xfrm>
            <a:off x="304799" y="425134"/>
            <a:ext cx="11586633" cy="492443"/>
          </a:xfrm>
        </p:spPr>
        <p:txBody>
          <a:bodyPr anchor="b"/>
          <a:lstStyle>
            <a:lvl1pPr>
              <a:lnSpc>
                <a:spcPct val="100000"/>
              </a:lnSpc>
              <a:defRPr lang="en-US" sz="3200" b="0" i="0" kern="1200" dirty="0">
                <a:solidFill>
                  <a:srgbClr val="525252"/>
                </a:solidFill>
                <a:latin typeface="Arial"/>
                <a:ea typeface="+mj-ea"/>
                <a:cs typeface="Arial"/>
              </a:defRPr>
            </a:lvl1pPr>
          </a:lstStyle>
          <a:p>
            <a:r>
              <a:rPr lang="en-US"/>
              <a:t>Click to edit Master title style</a:t>
            </a:r>
          </a:p>
        </p:txBody>
      </p:sp>
      <p:sp>
        <p:nvSpPr>
          <p:cNvPr id="9" name="Text Placeholder 8"/>
          <p:cNvSpPr>
            <a:spLocks noGrp="1"/>
          </p:cNvSpPr>
          <p:nvPr>
            <p:ph type="body" sz="quarter" idx="10"/>
          </p:nvPr>
        </p:nvSpPr>
        <p:spPr>
          <a:xfrm>
            <a:off x="304802" y="6576619"/>
            <a:ext cx="11642316" cy="169277"/>
          </a:xfrm>
        </p:spPr>
        <p:txBody>
          <a:bodyPr anchor="b"/>
          <a:lstStyle>
            <a:lvl1pPr marL="0" indent="0" algn="r">
              <a:buNone/>
              <a:defRPr sz="1100" baseline="0">
                <a:solidFill>
                  <a:srgbClr val="9B9B9B"/>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2359906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59FFD-A273-4FD8-8894-CCD043F1F5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635D39-CFDC-4354-9BBC-D3689AAAC1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519516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36F572-3E18-4046-AC16-EE66D062DE8D}"/>
              </a:ext>
            </a:extLst>
          </p:cNvPr>
          <p:cNvSpPr>
            <a:spLocks noGrp="1"/>
          </p:cNvSpPr>
          <p:nvPr>
            <p:ph type="dt" sz="half" idx="10"/>
          </p:nvPr>
        </p:nvSpPr>
        <p:spPr/>
        <p:txBody>
          <a:bodyPr/>
          <a:lstStyle/>
          <a:p>
            <a:fld id="{C99A036B-6BAC-4D31-8CA1-849F3B9D9E4F}" type="datetimeFigureOut">
              <a:rPr lang="en-US" smtClean="0"/>
              <a:t>9/19/2022</a:t>
            </a:fld>
            <a:endParaRPr lang="en-US"/>
          </a:p>
        </p:txBody>
      </p:sp>
      <p:sp>
        <p:nvSpPr>
          <p:cNvPr id="3" name="Footer Placeholder 2">
            <a:extLst>
              <a:ext uri="{FF2B5EF4-FFF2-40B4-BE49-F238E27FC236}">
                <a16:creationId xmlns:a16="http://schemas.microsoft.com/office/drawing/2014/main" id="{9B60CAE4-DF1D-4D28-BC1F-F544A8B874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752E83-52DB-4D2E-93E8-45D4CE9C1038}"/>
              </a:ext>
            </a:extLst>
          </p:cNvPr>
          <p:cNvSpPr>
            <a:spLocks noGrp="1"/>
          </p:cNvSpPr>
          <p:nvPr>
            <p:ph type="sldNum" sz="quarter" idx="12"/>
          </p:nvPr>
        </p:nvSpPr>
        <p:spPr/>
        <p:txBody>
          <a:bodyPr/>
          <a:lstStyle/>
          <a:p>
            <a:fld id="{5969BB79-F142-473F-9F57-9BF3E54E2526}" type="slidenum">
              <a:rPr lang="en-US" smtClean="0"/>
              <a:t>‹#›</a:t>
            </a:fld>
            <a:endParaRPr lang="en-US"/>
          </a:p>
        </p:txBody>
      </p:sp>
    </p:spTree>
    <p:extLst>
      <p:ext uri="{BB962C8B-B14F-4D97-AF65-F5344CB8AC3E}">
        <p14:creationId xmlns:p14="http://schemas.microsoft.com/office/powerpoint/2010/main" val="229309526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438AC-53A1-443A-BD57-990C88A31B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9DF0279-1E24-4C75-82C1-7596717729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9F53DD-846B-45B5-8EE6-C04543B3071A}"/>
              </a:ext>
            </a:extLst>
          </p:cNvPr>
          <p:cNvSpPr>
            <a:spLocks noGrp="1"/>
          </p:cNvSpPr>
          <p:nvPr>
            <p:ph type="dt" sz="half" idx="10"/>
          </p:nvPr>
        </p:nvSpPr>
        <p:spPr/>
        <p:txBody>
          <a:bodyPr/>
          <a:lstStyle/>
          <a:p>
            <a:fld id="{C99A036B-6BAC-4D31-8CA1-849F3B9D9E4F}" type="datetimeFigureOut">
              <a:rPr lang="en-US" smtClean="0"/>
              <a:t>9/19/2022</a:t>
            </a:fld>
            <a:endParaRPr lang="en-US"/>
          </a:p>
        </p:txBody>
      </p:sp>
      <p:sp>
        <p:nvSpPr>
          <p:cNvPr id="5" name="Footer Placeholder 4">
            <a:extLst>
              <a:ext uri="{FF2B5EF4-FFF2-40B4-BE49-F238E27FC236}">
                <a16:creationId xmlns:a16="http://schemas.microsoft.com/office/drawing/2014/main" id="{A62E3720-FFC4-45F5-92A6-CC319DB9AC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285C77-EDE0-4AAC-93EE-340CEBE1D177}"/>
              </a:ext>
            </a:extLst>
          </p:cNvPr>
          <p:cNvSpPr>
            <a:spLocks noGrp="1"/>
          </p:cNvSpPr>
          <p:nvPr>
            <p:ph type="sldNum" sz="quarter" idx="12"/>
          </p:nvPr>
        </p:nvSpPr>
        <p:spPr/>
        <p:txBody>
          <a:bodyPr/>
          <a:lstStyle/>
          <a:p>
            <a:fld id="{5969BB79-F142-473F-9F57-9BF3E54E2526}" type="slidenum">
              <a:rPr lang="en-US" smtClean="0"/>
              <a:t>‹#›</a:t>
            </a:fld>
            <a:endParaRPr lang="en-US"/>
          </a:p>
        </p:txBody>
      </p:sp>
    </p:spTree>
    <p:extLst>
      <p:ext uri="{BB962C8B-B14F-4D97-AF65-F5344CB8AC3E}">
        <p14:creationId xmlns:p14="http://schemas.microsoft.com/office/powerpoint/2010/main" val="41763560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Title only_white">
    <p:spTree>
      <p:nvGrpSpPr>
        <p:cNvPr id="1" name=""/>
        <p:cNvGrpSpPr/>
        <p:nvPr/>
      </p:nvGrpSpPr>
      <p:grpSpPr>
        <a:xfrm>
          <a:off x="0" y="0"/>
          <a:ext cx="0" cy="0"/>
          <a:chOff x="0" y="0"/>
          <a:chExt cx="0" cy="0"/>
        </a:xfrm>
      </p:grpSpPr>
      <p:sp>
        <p:nvSpPr>
          <p:cNvPr id="4" name="Rectangle 3"/>
          <p:cNvSpPr/>
          <p:nvPr userDrawn="1"/>
        </p:nvSpPr>
        <p:spPr>
          <a:xfrm>
            <a:off x="0" y="0"/>
            <a:ext cx="12192000" cy="1706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487680"/>
            <a:ext cx="10972800" cy="1072896"/>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4027051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2.xml"/><Relationship Id="rId21" Type="http://schemas.openxmlformats.org/officeDocument/2006/relationships/slideLayout" Target="../slideLayouts/slideLayout47.xml"/><Relationship Id="rId42" Type="http://schemas.openxmlformats.org/officeDocument/2006/relationships/slideLayout" Target="../slideLayouts/slideLayout68.xml"/><Relationship Id="rId47" Type="http://schemas.openxmlformats.org/officeDocument/2006/relationships/slideLayout" Target="../slideLayouts/slideLayout73.xml"/><Relationship Id="rId63" Type="http://schemas.openxmlformats.org/officeDocument/2006/relationships/slideLayout" Target="../slideLayouts/slideLayout89.xml"/><Relationship Id="rId68" Type="http://schemas.openxmlformats.org/officeDocument/2006/relationships/slideLayout" Target="../slideLayouts/slideLayout94.xml"/><Relationship Id="rId84" Type="http://schemas.openxmlformats.org/officeDocument/2006/relationships/slideLayout" Target="../slideLayouts/slideLayout110.xml"/><Relationship Id="rId16" Type="http://schemas.openxmlformats.org/officeDocument/2006/relationships/slideLayout" Target="../slideLayouts/slideLayout42.xml"/><Relationship Id="rId11" Type="http://schemas.openxmlformats.org/officeDocument/2006/relationships/slideLayout" Target="../slideLayouts/slideLayout37.xml"/><Relationship Id="rId32" Type="http://schemas.openxmlformats.org/officeDocument/2006/relationships/slideLayout" Target="../slideLayouts/slideLayout58.xml"/><Relationship Id="rId37" Type="http://schemas.openxmlformats.org/officeDocument/2006/relationships/slideLayout" Target="../slideLayouts/slideLayout63.xml"/><Relationship Id="rId53" Type="http://schemas.openxmlformats.org/officeDocument/2006/relationships/slideLayout" Target="../slideLayouts/slideLayout79.xml"/><Relationship Id="rId58" Type="http://schemas.openxmlformats.org/officeDocument/2006/relationships/slideLayout" Target="../slideLayouts/slideLayout84.xml"/><Relationship Id="rId74" Type="http://schemas.openxmlformats.org/officeDocument/2006/relationships/slideLayout" Target="../slideLayouts/slideLayout100.xml"/><Relationship Id="rId79" Type="http://schemas.openxmlformats.org/officeDocument/2006/relationships/slideLayout" Target="../slideLayouts/slideLayout105.xml"/><Relationship Id="rId5" Type="http://schemas.openxmlformats.org/officeDocument/2006/relationships/slideLayout" Target="../slideLayouts/slideLayout31.xml"/><Relationship Id="rId19" Type="http://schemas.openxmlformats.org/officeDocument/2006/relationships/slideLayout" Target="../slideLayouts/slideLayout4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43" Type="http://schemas.openxmlformats.org/officeDocument/2006/relationships/slideLayout" Target="../slideLayouts/slideLayout69.xml"/><Relationship Id="rId48" Type="http://schemas.openxmlformats.org/officeDocument/2006/relationships/slideLayout" Target="../slideLayouts/slideLayout74.xml"/><Relationship Id="rId56" Type="http://schemas.openxmlformats.org/officeDocument/2006/relationships/slideLayout" Target="../slideLayouts/slideLayout82.xml"/><Relationship Id="rId64" Type="http://schemas.openxmlformats.org/officeDocument/2006/relationships/slideLayout" Target="../slideLayouts/slideLayout90.xml"/><Relationship Id="rId69" Type="http://schemas.openxmlformats.org/officeDocument/2006/relationships/slideLayout" Target="../slideLayouts/slideLayout95.xml"/><Relationship Id="rId77" Type="http://schemas.openxmlformats.org/officeDocument/2006/relationships/slideLayout" Target="../slideLayouts/slideLayout103.xml"/><Relationship Id="rId8" Type="http://schemas.openxmlformats.org/officeDocument/2006/relationships/slideLayout" Target="../slideLayouts/slideLayout34.xml"/><Relationship Id="rId51" Type="http://schemas.openxmlformats.org/officeDocument/2006/relationships/slideLayout" Target="../slideLayouts/slideLayout77.xml"/><Relationship Id="rId72" Type="http://schemas.openxmlformats.org/officeDocument/2006/relationships/slideLayout" Target="../slideLayouts/slideLayout98.xml"/><Relationship Id="rId80" Type="http://schemas.openxmlformats.org/officeDocument/2006/relationships/slideLayout" Target="../slideLayouts/slideLayout106.xml"/><Relationship Id="rId85" Type="http://schemas.openxmlformats.org/officeDocument/2006/relationships/slideLayout" Target="../slideLayouts/slideLayout111.xml"/><Relationship Id="rId3" Type="http://schemas.openxmlformats.org/officeDocument/2006/relationships/slideLayout" Target="../slideLayouts/slideLayout29.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38" Type="http://schemas.openxmlformats.org/officeDocument/2006/relationships/slideLayout" Target="../slideLayouts/slideLayout64.xml"/><Relationship Id="rId46" Type="http://schemas.openxmlformats.org/officeDocument/2006/relationships/slideLayout" Target="../slideLayouts/slideLayout72.xml"/><Relationship Id="rId59" Type="http://schemas.openxmlformats.org/officeDocument/2006/relationships/slideLayout" Target="../slideLayouts/slideLayout85.xml"/><Relationship Id="rId67" Type="http://schemas.openxmlformats.org/officeDocument/2006/relationships/slideLayout" Target="../slideLayouts/slideLayout93.xml"/><Relationship Id="rId20" Type="http://schemas.openxmlformats.org/officeDocument/2006/relationships/slideLayout" Target="../slideLayouts/slideLayout46.xml"/><Relationship Id="rId41" Type="http://schemas.openxmlformats.org/officeDocument/2006/relationships/slideLayout" Target="../slideLayouts/slideLayout67.xml"/><Relationship Id="rId54" Type="http://schemas.openxmlformats.org/officeDocument/2006/relationships/slideLayout" Target="../slideLayouts/slideLayout80.xml"/><Relationship Id="rId62" Type="http://schemas.openxmlformats.org/officeDocument/2006/relationships/slideLayout" Target="../slideLayouts/slideLayout88.xml"/><Relationship Id="rId70" Type="http://schemas.openxmlformats.org/officeDocument/2006/relationships/slideLayout" Target="../slideLayouts/slideLayout96.xml"/><Relationship Id="rId75" Type="http://schemas.openxmlformats.org/officeDocument/2006/relationships/slideLayout" Target="../slideLayouts/slideLayout101.xml"/><Relationship Id="rId83" Type="http://schemas.openxmlformats.org/officeDocument/2006/relationships/slideLayout" Target="../slideLayouts/slideLayout109.xml"/><Relationship Id="rId88" Type="http://schemas.openxmlformats.org/officeDocument/2006/relationships/image" Target="../media/image5.emf"/><Relationship Id="rId1" Type="http://schemas.openxmlformats.org/officeDocument/2006/relationships/slideLayout" Target="../slideLayouts/slideLayout27.xml"/><Relationship Id="rId6" Type="http://schemas.openxmlformats.org/officeDocument/2006/relationships/slideLayout" Target="../slideLayouts/slideLayout32.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slideLayout" Target="../slideLayouts/slideLayout62.xml"/><Relationship Id="rId49" Type="http://schemas.openxmlformats.org/officeDocument/2006/relationships/slideLayout" Target="../slideLayouts/slideLayout75.xml"/><Relationship Id="rId57" Type="http://schemas.openxmlformats.org/officeDocument/2006/relationships/slideLayout" Target="../slideLayouts/slideLayout83.xml"/><Relationship Id="rId10" Type="http://schemas.openxmlformats.org/officeDocument/2006/relationships/slideLayout" Target="../slideLayouts/slideLayout36.xml"/><Relationship Id="rId31" Type="http://schemas.openxmlformats.org/officeDocument/2006/relationships/slideLayout" Target="../slideLayouts/slideLayout57.xml"/><Relationship Id="rId44" Type="http://schemas.openxmlformats.org/officeDocument/2006/relationships/slideLayout" Target="../slideLayouts/slideLayout70.xml"/><Relationship Id="rId52" Type="http://schemas.openxmlformats.org/officeDocument/2006/relationships/slideLayout" Target="../slideLayouts/slideLayout78.xml"/><Relationship Id="rId60" Type="http://schemas.openxmlformats.org/officeDocument/2006/relationships/slideLayout" Target="../slideLayouts/slideLayout86.xml"/><Relationship Id="rId65" Type="http://schemas.openxmlformats.org/officeDocument/2006/relationships/slideLayout" Target="../slideLayouts/slideLayout91.xml"/><Relationship Id="rId73" Type="http://schemas.openxmlformats.org/officeDocument/2006/relationships/slideLayout" Target="../slideLayouts/slideLayout99.xml"/><Relationship Id="rId78" Type="http://schemas.openxmlformats.org/officeDocument/2006/relationships/slideLayout" Target="../slideLayouts/slideLayout104.xml"/><Relationship Id="rId81" Type="http://schemas.openxmlformats.org/officeDocument/2006/relationships/slideLayout" Target="../slideLayouts/slideLayout107.xml"/><Relationship Id="rId86" Type="http://schemas.openxmlformats.org/officeDocument/2006/relationships/slideLayout" Target="../slideLayouts/slideLayout112.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9" Type="http://schemas.openxmlformats.org/officeDocument/2006/relationships/slideLayout" Target="../slideLayouts/slideLayout65.xml"/><Relationship Id="rId34" Type="http://schemas.openxmlformats.org/officeDocument/2006/relationships/slideLayout" Target="../slideLayouts/slideLayout60.xml"/><Relationship Id="rId50" Type="http://schemas.openxmlformats.org/officeDocument/2006/relationships/slideLayout" Target="../slideLayouts/slideLayout76.xml"/><Relationship Id="rId55" Type="http://schemas.openxmlformats.org/officeDocument/2006/relationships/slideLayout" Target="../slideLayouts/slideLayout81.xml"/><Relationship Id="rId76" Type="http://schemas.openxmlformats.org/officeDocument/2006/relationships/slideLayout" Target="../slideLayouts/slideLayout102.xml"/><Relationship Id="rId7" Type="http://schemas.openxmlformats.org/officeDocument/2006/relationships/slideLayout" Target="../slideLayouts/slideLayout33.xml"/><Relationship Id="rId71" Type="http://schemas.openxmlformats.org/officeDocument/2006/relationships/slideLayout" Target="../slideLayouts/slideLayout97.xml"/><Relationship Id="rId2" Type="http://schemas.openxmlformats.org/officeDocument/2006/relationships/slideLayout" Target="../slideLayouts/slideLayout28.xml"/><Relationship Id="rId29" Type="http://schemas.openxmlformats.org/officeDocument/2006/relationships/slideLayout" Target="../slideLayouts/slideLayout55.xml"/><Relationship Id="rId24" Type="http://schemas.openxmlformats.org/officeDocument/2006/relationships/slideLayout" Target="../slideLayouts/slideLayout50.xml"/><Relationship Id="rId40" Type="http://schemas.openxmlformats.org/officeDocument/2006/relationships/slideLayout" Target="../slideLayouts/slideLayout66.xml"/><Relationship Id="rId45" Type="http://schemas.openxmlformats.org/officeDocument/2006/relationships/slideLayout" Target="../slideLayouts/slideLayout71.xml"/><Relationship Id="rId66" Type="http://schemas.openxmlformats.org/officeDocument/2006/relationships/slideLayout" Target="../slideLayouts/slideLayout92.xml"/><Relationship Id="rId87" Type="http://schemas.openxmlformats.org/officeDocument/2006/relationships/theme" Target="../theme/theme2.xml"/><Relationship Id="rId61" Type="http://schemas.openxmlformats.org/officeDocument/2006/relationships/slideLayout" Target="../slideLayouts/slideLayout87.xml"/><Relationship Id="rId82"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1"/>
            <a:ext cx="11655840" cy="89966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69241" y="1189178"/>
            <a:ext cx="11653521" cy="2052030"/>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a:blip r:embed="rId28"/>
          <a:stretch>
            <a:fillRect/>
          </a:stretch>
        </p:blipFill>
        <p:spPr>
          <a:xfrm rot="5400000">
            <a:off x="9208748" y="2991033"/>
            <a:ext cx="6858623" cy="876557"/>
          </a:xfrm>
          <a:prstGeom prst="rect">
            <a:avLst/>
          </a:prstGeom>
        </p:spPr>
      </p:pic>
    </p:spTree>
    <p:extLst>
      <p:ext uri="{BB962C8B-B14F-4D97-AF65-F5344CB8AC3E}">
        <p14:creationId xmlns:p14="http://schemas.microsoft.com/office/powerpoint/2010/main" val="5349669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Lst>
  <p:transition>
    <p:fade/>
  </p:transition>
  <p:hf hdr="0" dt="0"/>
  <p:txStyles>
    <p:titleStyle>
      <a:lvl1pPr algn="l" defTabSz="914367" rtl="0" eaLnBrk="1" latinLnBrk="0" hangingPunct="1">
        <a:lnSpc>
          <a:spcPct val="90000"/>
        </a:lnSpc>
        <a:spcBef>
          <a:spcPct val="0"/>
        </a:spcBef>
        <a:buNone/>
        <a:defRPr lang="en-US" sz="4705"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88"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4259095527"/>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 id="2147483713" r:id="rId26"/>
    <p:sldLayoutId id="2147483714" r:id="rId27"/>
    <p:sldLayoutId id="2147483715" r:id="rId28"/>
    <p:sldLayoutId id="2147483716" r:id="rId29"/>
    <p:sldLayoutId id="2147483717" r:id="rId30"/>
    <p:sldLayoutId id="2147483718" r:id="rId31"/>
    <p:sldLayoutId id="2147483719" r:id="rId32"/>
    <p:sldLayoutId id="2147483720" r:id="rId33"/>
    <p:sldLayoutId id="2147483721" r:id="rId34"/>
    <p:sldLayoutId id="2147483722" r:id="rId35"/>
    <p:sldLayoutId id="2147483723" r:id="rId36"/>
    <p:sldLayoutId id="2147483724" r:id="rId37"/>
    <p:sldLayoutId id="2147483725" r:id="rId38"/>
    <p:sldLayoutId id="2147483726" r:id="rId39"/>
    <p:sldLayoutId id="2147483727" r:id="rId40"/>
    <p:sldLayoutId id="2147483728" r:id="rId41"/>
    <p:sldLayoutId id="2147483729" r:id="rId42"/>
    <p:sldLayoutId id="2147483730" r:id="rId43"/>
    <p:sldLayoutId id="2147483731" r:id="rId44"/>
    <p:sldLayoutId id="2147483732" r:id="rId45"/>
    <p:sldLayoutId id="2147483733" r:id="rId46"/>
    <p:sldLayoutId id="2147483734" r:id="rId47"/>
    <p:sldLayoutId id="2147483735" r:id="rId48"/>
    <p:sldLayoutId id="2147483736" r:id="rId49"/>
    <p:sldLayoutId id="2147483737" r:id="rId50"/>
    <p:sldLayoutId id="2147483738" r:id="rId51"/>
    <p:sldLayoutId id="2147483739" r:id="rId52"/>
    <p:sldLayoutId id="2147483740" r:id="rId53"/>
    <p:sldLayoutId id="2147483741" r:id="rId54"/>
    <p:sldLayoutId id="2147483742" r:id="rId55"/>
    <p:sldLayoutId id="2147483743" r:id="rId56"/>
    <p:sldLayoutId id="2147483744" r:id="rId57"/>
    <p:sldLayoutId id="2147483745" r:id="rId58"/>
    <p:sldLayoutId id="2147483746" r:id="rId59"/>
    <p:sldLayoutId id="2147483747" r:id="rId60"/>
    <p:sldLayoutId id="2147483748" r:id="rId61"/>
    <p:sldLayoutId id="2147483749" r:id="rId62"/>
    <p:sldLayoutId id="2147483750" r:id="rId63"/>
    <p:sldLayoutId id="2147483751" r:id="rId64"/>
    <p:sldLayoutId id="2147483752" r:id="rId65"/>
    <p:sldLayoutId id="2147483753" r:id="rId66"/>
    <p:sldLayoutId id="2147483754" r:id="rId67"/>
    <p:sldLayoutId id="2147483755" r:id="rId68"/>
    <p:sldLayoutId id="2147483756" r:id="rId69"/>
    <p:sldLayoutId id="2147483757" r:id="rId70"/>
    <p:sldLayoutId id="2147483758" r:id="rId71"/>
    <p:sldLayoutId id="2147483759" r:id="rId72"/>
    <p:sldLayoutId id="2147483760" r:id="rId73"/>
    <p:sldLayoutId id="2147483761" r:id="rId74"/>
    <p:sldLayoutId id="2147483762" r:id="rId75"/>
    <p:sldLayoutId id="2147483763" r:id="rId76"/>
    <p:sldLayoutId id="2147483764" r:id="rId77"/>
    <p:sldLayoutId id="2147483765" r:id="rId78"/>
    <p:sldLayoutId id="2147483766" r:id="rId79"/>
    <p:sldLayoutId id="2147483767" r:id="rId80"/>
    <p:sldLayoutId id="2147483768" r:id="rId81"/>
    <p:sldLayoutId id="2147483769" r:id="rId82"/>
    <p:sldLayoutId id="2147483770" r:id="rId83"/>
    <p:sldLayoutId id="2147483771" r:id="rId84"/>
    <p:sldLayoutId id="2147483772" r:id="rId85"/>
    <p:sldLayoutId id="2147483773" r:id="rId86"/>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43.xml"/><Relationship Id="rId6" Type="http://schemas.openxmlformats.org/officeDocument/2006/relationships/hyperlink" Target="https://microsoft.sharepoint.com/:w:/r/sites/Infopedia_G07KC/KCDOCs/Leadership%20Developement%20Assets/Microsoft%20L68+%20Development%20Plan.docx?d=w7ab59660e8ce4d82ad0da913e666e3f8&amp;csf=1&amp;web=1&amp;e=PgwE9b" TargetMode="External"/><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03147-595B-8F8C-EAB6-A3DFD7A61E28}"/>
              </a:ext>
            </a:extLst>
          </p:cNvPr>
          <p:cNvSpPr>
            <a:spLocks noGrp="1"/>
          </p:cNvSpPr>
          <p:nvPr>
            <p:ph type="title"/>
          </p:nvPr>
        </p:nvSpPr>
        <p:spPr>
          <a:xfrm>
            <a:off x="269239" y="2084172"/>
            <a:ext cx="11653523" cy="849463"/>
          </a:xfrm>
        </p:spPr>
        <p:txBody>
          <a:bodyPr/>
          <a:lstStyle/>
          <a:p>
            <a:r>
              <a:rPr lang="en-US" sz="4800">
                <a:solidFill>
                  <a:srgbClr val="FFC000"/>
                </a:solidFill>
              </a:rPr>
              <a:t>Career Development Resources</a:t>
            </a:r>
          </a:p>
        </p:txBody>
      </p:sp>
    </p:spTree>
    <p:extLst>
      <p:ext uri="{BB962C8B-B14F-4D97-AF65-F5344CB8AC3E}">
        <p14:creationId xmlns:p14="http://schemas.microsoft.com/office/powerpoint/2010/main" val="296775150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descr="Text box "/>
          <p:cNvSpPr txBox="1"/>
          <p:nvPr/>
        </p:nvSpPr>
        <p:spPr>
          <a:xfrm>
            <a:off x="19893210" y="2390915"/>
            <a:ext cx="2927410" cy="2950613"/>
          </a:xfrm>
          <a:prstGeom prst="rect">
            <a:avLst/>
          </a:prstGeom>
          <a:noFill/>
        </p:spPr>
        <p:txBody>
          <a:bodyPr wrap="square" lIns="18251" tIns="18251" rIns="18251" bIns="18251" rtlCol="0">
            <a:noAutofit/>
          </a:bodyPr>
          <a:lstStyle/>
          <a:p>
            <a:pPr marL="114052" marR="0" lvl="0" indent="-114052" algn="l" defTabSz="91240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50" b="0" i="0" u="none" strike="noStrike" kern="1200" cap="none" spc="0" normalizeH="0" baseline="0" noProof="0">
              <a:ln>
                <a:noFill/>
              </a:ln>
              <a:solidFill>
                <a:srgbClr val="505050"/>
              </a:solidFill>
              <a:effectLst/>
              <a:uLnTx/>
              <a:uFillTx/>
              <a:latin typeface="Segoe UI"/>
              <a:ea typeface="Segoe UI" pitchFamily="34" charset="0"/>
              <a:cs typeface="Segoe UI" panose="020B0502040204020203" pitchFamily="34" charset="0"/>
            </a:endParaRPr>
          </a:p>
          <a:p>
            <a:pPr marL="114052" marR="0" lvl="0" indent="-114052" algn="l" defTabSz="91240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50" b="0" i="0" u="none" strike="noStrike" kern="1200" cap="none" spc="0" normalizeH="0" baseline="0" noProof="0">
              <a:ln>
                <a:noFill/>
              </a:ln>
              <a:solidFill>
                <a:srgbClr val="505050"/>
              </a:solidFill>
              <a:effectLst/>
              <a:uLnTx/>
              <a:uFillTx/>
              <a:latin typeface="Segoe UI"/>
              <a:ea typeface="Segoe UI" pitchFamily="34" charset="0"/>
              <a:cs typeface="Segoe UI" panose="020B0502040204020203" pitchFamily="34" charset="0"/>
            </a:endParaRPr>
          </a:p>
        </p:txBody>
      </p:sp>
      <p:sp>
        <p:nvSpPr>
          <p:cNvPr id="4" name="Title 3" title="Internal Profile152444"/>
          <p:cNvSpPr>
            <a:spLocks noGrp="1"/>
          </p:cNvSpPr>
          <p:nvPr>
            <p:ph type="title"/>
          </p:nvPr>
        </p:nvSpPr>
        <p:spPr>
          <a:xfrm>
            <a:off x="349817" y="202066"/>
            <a:ext cx="8710664" cy="332004"/>
          </a:xfrm>
        </p:spPr>
        <p:txBody>
          <a:bodyPr vert="horz" wrap="square" lIns="89642" tIns="44821" rIns="89642" bIns="44821" rtlCol="0" anchor="ctr" anchorCtr="0">
            <a:noAutofit/>
          </a:bodyPr>
          <a:lstStyle/>
          <a:p>
            <a:r>
              <a:rPr lang="en-US" sz="3200">
                <a:gradFill>
                  <a:gsLst>
                    <a:gs pos="885">
                      <a:schemeClr val="accent5"/>
                    </a:gs>
                    <a:gs pos="62000">
                      <a:schemeClr val="accent5"/>
                    </a:gs>
                  </a:gsLst>
                  <a:lin ang="5400000" scaled="0"/>
                </a:gradFill>
              </a:rPr>
              <a:t>Name (alias), Title</a:t>
            </a:r>
            <a:endParaRPr lang="en-US" sz="3200">
              <a:solidFill>
                <a:srgbClr val="C00000"/>
              </a:solidFill>
            </a:endParaRPr>
          </a:p>
        </p:txBody>
      </p:sp>
      <p:graphicFrame>
        <p:nvGraphicFramePr>
          <p:cNvPr id="13" name="Table 12" title="Main Table"/>
          <p:cNvGraphicFramePr>
            <a:graphicFrameLocks noGrp="1"/>
          </p:cNvGraphicFramePr>
          <p:nvPr/>
        </p:nvGraphicFramePr>
        <p:xfrm>
          <a:off x="2533812" y="788594"/>
          <a:ext cx="9493140" cy="5738247"/>
        </p:xfrm>
        <a:graphic>
          <a:graphicData uri="http://schemas.openxmlformats.org/drawingml/2006/table">
            <a:tbl>
              <a:tblPr firstRow="1" bandRow="1">
                <a:tableStyleId>{5C22544A-7EE6-4342-B048-85BDC9FD1C3A}</a:tableStyleId>
              </a:tblPr>
              <a:tblGrid>
                <a:gridCol w="3164380">
                  <a:extLst>
                    <a:ext uri="{9D8B030D-6E8A-4147-A177-3AD203B41FA5}">
                      <a16:colId xmlns:a16="http://schemas.microsoft.com/office/drawing/2014/main" val="20000"/>
                    </a:ext>
                  </a:extLst>
                </a:gridCol>
                <a:gridCol w="3164380">
                  <a:extLst>
                    <a:ext uri="{9D8B030D-6E8A-4147-A177-3AD203B41FA5}">
                      <a16:colId xmlns:a16="http://schemas.microsoft.com/office/drawing/2014/main" val="20001"/>
                    </a:ext>
                  </a:extLst>
                </a:gridCol>
                <a:gridCol w="3164380">
                  <a:extLst>
                    <a:ext uri="{9D8B030D-6E8A-4147-A177-3AD203B41FA5}">
                      <a16:colId xmlns:a16="http://schemas.microsoft.com/office/drawing/2014/main" val="20002"/>
                    </a:ext>
                  </a:extLst>
                </a:gridCol>
              </a:tblGrid>
              <a:tr h="629282">
                <a:tc>
                  <a:txBody>
                    <a:bodyPr/>
                    <a:lstStyle/>
                    <a:p>
                      <a:pPr marL="0" algn="l" defTabSz="914180" rtl="0" eaLnBrk="1" latinLnBrk="0" hangingPunct="1"/>
                      <a:r>
                        <a:rPr lang="en-US" sz="1200" b="1" kern="1200" spc="30" baseline="0">
                          <a:gradFill>
                            <a:gsLst>
                              <a:gs pos="83186">
                                <a:schemeClr val="bg1"/>
                              </a:gs>
                              <a:gs pos="59000">
                                <a:schemeClr val="bg1"/>
                              </a:gs>
                            </a:gsLst>
                            <a:lin ang="5400000" scaled="0"/>
                          </a:gradFill>
                          <a:latin typeface="+mn-lt"/>
                          <a:ea typeface="+mn-ea"/>
                          <a:cs typeface="Segoe UI Semibold" panose="020B0702040204020203" pitchFamily="34" charset="0"/>
                        </a:rPr>
                        <a:t>About</a:t>
                      </a:r>
                      <a:r>
                        <a:rPr lang="en-US" sz="900" b="1" kern="1200" spc="30" baseline="0">
                          <a:gradFill>
                            <a:gsLst>
                              <a:gs pos="83186">
                                <a:schemeClr val="bg1"/>
                              </a:gs>
                              <a:gs pos="59000">
                                <a:schemeClr val="bg1"/>
                              </a:gs>
                            </a:gsLst>
                            <a:lin ang="5400000" scaled="0"/>
                          </a:gradFill>
                          <a:latin typeface="+mj-lt"/>
                          <a:ea typeface="+mn-ea"/>
                          <a:cs typeface="Segoe UI Semibold" panose="020B0702040204020203" pitchFamily="34" charset="0"/>
                        </a:rPr>
                        <a:t> </a:t>
                      </a:r>
                      <a:r>
                        <a:rPr lang="en-US" sz="1200" b="1" kern="1200" spc="30" baseline="0">
                          <a:gradFill>
                            <a:gsLst>
                              <a:gs pos="83186">
                                <a:schemeClr val="bg1"/>
                              </a:gs>
                              <a:gs pos="59000">
                                <a:schemeClr val="bg1"/>
                              </a:gs>
                            </a:gsLst>
                            <a:lin ang="5400000" scaled="0"/>
                          </a:gradFill>
                          <a:latin typeface="+mn-lt"/>
                          <a:ea typeface="+mn-ea"/>
                          <a:cs typeface="Segoe UI Semibold" panose="020B0702040204020203" pitchFamily="34" charset="0"/>
                        </a:rPr>
                        <a:t>leader</a:t>
                      </a:r>
                    </a:p>
                  </a:txBody>
                  <a:tcPr marL="146284" marR="146284" marT="45713" marB="45713" anchor="ctr">
                    <a:lnL w="12700" cmpd="sng">
                      <a:noFill/>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marL="0" algn="l" defTabSz="914180" rtl="0" eaLnBrk="1" latinLnBrk="0" hangingPunct="1"/>
                      <a:r>
                        <a:rPr lang="en-US" sz="1200" b="1" kern="1200" spc="30" baseline="0">
                          <a:gradFill>
                            <a:gsLst>
                              <a:gs pos="83186">
                                <a:schemeClr val="bg1"/>
                              </a:gs>
                              <a:gs pos="59000">
                                <a:schemeClr val="bg1"/>
                              </a:gs>
                            </a:gsLst>
                            <a:lin ang="5400000" scaled="0"/>
                          </a:gradFill>
                          <a:latin typeface="+mn-lt"/>
                          <a:ea typeface="+mn-ea"/>
                          <a:cs typeface="Segoe UI Semibold" panose="020B0702040204020203" pitchFamily="34" charset="0"/>
                        </a:rPr>
                        <a:t>Core strengths</a:t>
                      </a:r>
                    </a:p>
                  </a:txBody>
                  <a:tcPr marL="146284" marR="146284" marT="45713" marB="45713"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75000"/>
                      </a:schemeClr>
                    </a:solidFill>
                  </a:tcPr>
                </a:tc>
                <a:tc>
                  <a:txBody>
                    <a:bodyPr/>
                    <a:lstStyle/>
                    <a:p>
                      <a:pPr marL="0" algn="l" defTabSz="914180" rtl="0" eaLnBrk="1" latinLnBrk="0" hangingPunct="1"/>
                      <a:r>
                        <a:rPr lang="en-US" sz="1200" b="1" kern="1200" spc="30" baseline="0">
                          <a:gradFill>
                            <a:gsLst>
                              <a:gs pos="83186">
                                <a:schemeClr val="bg1"/>
                              </a:gs>
                              <a:gs pos="59000">
                                <a:schemeClr val="bg1"/>
                              </a:gs>
                            </a:gsLst>
                            <a:lin ang="5400000" scaled="0"/>
                          </a:gradFill>
                          <a:latin typeface="+mn-lt"/>
                          <a:ea typeface="+mn-ea"/>
                          <a:cs typeface="Segoe UI Semibold" panose="020B0702040204020203" pitchFamily="34" charset="0"/>
                        </a:rPr>
                        <a:t>Development areas &amp; actions </a:t>
                      </a:r>
                    </a:p>
                  </a:txBody>
                  <a:tcPr marL="146284" marR="146284" marT="45713" marB="45713" anchor="ctr">
                    <a:lnL w="1905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003963"/>
                    </a:solidFill>
                  </a:tcPr>
                </a:tc>
                <a:extLst>
                  <a:ext uri="{0D108BD9-81ED-4DB2-BD59-A6C34878D82A}">
                    <a16:rowId xmlns:a16="http://schemas.microsoft.com/office/drawing/2014/main" val="10000"/>
                  </a:ext>
                </a:extLst>
              </a:tr>
              <a:tr h="5108965">
                <a:tc>
                  <a:txBody>
                    <a:bodyPr/>
                    <a:lstStyle/>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500" b="1" i="0" u="none" strike="noStrike" kern="1200" cap="none" spc="0" normalizeH="0" baseline="0" noProof="0">
                        <a:ln>
                          <a:noFill/>
                        </a:ln>
                        <a:solidFill>
                          <a:schemeClr val="tx1"/>
                        </a:soli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Career goal: </a:t>
                      </a:r>
                      <a:r>
                        <a:rPr kumimoji="0" lang="en-US" sz="9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what is your aspiration</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a:ln>
                            <a:noFill/>
                          </a:ln>
                          <a:solidFill>
                            <a:schemeClr val="tx1"/>
                          </a:solidFill>
                          <a:effectLst/>
                          <a:uLnTx/>
                          <a:uFillTx/>
                          <a:latin typeface="+mn-lt"/>
                          <a:ea typeface="+mn-ea"/>
                          <a:cs typeface="+mn-cs"/>
                        </a:rPr>
                        <a:t>Potential Next Role: </a:t>
                      </a:r>
                      <a:r>
                        <a:rPr kumimoji="0" lang="en-US" sz="900" b="0" i="0" u="none" strike="noStrike" kern="1200" cap="none" spc="0" normalizeH="0" baseline="0">
                          <a:ln>
                            <a:noFill/>
                          </a:ln>
                          <a:solidFill>
                            <a:schemeClr val="tx1"/>
                          </a:solidFill>
                          <a:effectLst/>
                          <a:uLnTx/>
                          <a:uFillTx/>
                          <a:latin typeface="+mn-lt"/>
                          <a:ea typeface="+mn-ea"/>
                          <a:cs typeface="+mn-cs"/>
                        </a:rPr>
                        <a:t>ok to list more than one</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tx1"/>
                        </a:soli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a:ln>
                            <a:noFill/>
                          </a:ln>
                          <a:solidFill>
                            <a:schemeClr val="tx1"/>
                          </a:solidFill>
                          <a:effectLst/>
                          <a:uLnTx/>
                          <a:uFillTx/>
                          <a:latin typeface="+mn-lt"/>
                          <a:ea typeface="+mn-ea"/>
                          <a:cs typeface="+mn-cs"/>
                        </a:rPr>
                        <a:t>Time to move: </a:t>
                      </a:r>
                      <a:r>
                        <a:rPr kumimoji="0" lang="en-US" sz="900" b="0" i="0" u="none" strike="noStrike" kern="1200" cap="none" spc="0" normalizeH="0" baseline="0">
                          <a:ln>
                            <a:noFill/>
                          </a:ln>
                          <a:solidFill>
                            <a:schemeClr val="tx1"/>
                          </a:solidFill>
                          <a:effectLst/>
                          <a:uLnTx/>
                          <a:uFillTx/>
                          <a:latin typeface="+mn-lt"/>
                          <a:ea typeface="+mn-ea"/>
                          <a:cs typeface="+mn-cs"/>
                        </a:rPr>
                        <a:t>what FY and </a:t>
                      </a:r>
                      <a:r>
                        <a:rPr kumimoji="0" lang="en-US" sz="900" b="0" i="0" u="none" strike="noStrike" kern="1200" cap="none" spc="0" normalizeH="0" baseline="0" err="1">
                          <a:ln>
                            <a:noFill/>
                          </a:ln>
                          <a:solidFill>
                            <a:schemeClr val="tx1"/>
                          </a:solidFill>
                          <a:effectLst/>
                          <a:uLnTx/>
                          <a:uFillTx/>
                          <a:latin typeface="+mn-lt"/>
                          <a:ea typeface="+mn-ea"/>
                          <a:cs typeface="+mn-cs"/>
                        </a:rPr>
                        <a:t>Qtr</a:t>
                      </a:r>
                      <a:r>
                        <a:rPr kumimoji="0" lang="en-US" sz="900" b="0" i="0" u="none" strike="noStrike" kern="1200" cap="none" spc="0" normalizeH="0" baseline="0">
                          <a:ln>
                            <a:noFill/>
                          </a:ln>
                          <a:solidFill>
                            <a:schemeClr val="tx1"/>
                          </a:solidFill>
                          <a:effectLst/>
                          <a:uLnTx/>
                          <a:uFillTx/>
                          <a:latin typeface="+mn-lt"/>
                          <a:ea typeface="+mn-ea"/>
                          <a:cs typeface="+mn-cs"/>
                        </a:rPr>
                        <a:t> are you aiming for your next role, per discussion with your manager</a:t>
                      </a:r>
                      <a:endParaRPr kumimoji="0" lang="en-US" sz="900" b="0" i="0" u="none" strike="noStrike" kern="1200" cap="none" spc="0" normalizeH="0" baseline="0" noProof="0">
                        <a:ln>
                          <a:noFill/>
                        </a:ln>
                        <a:solidFill>
                          <a:schemeClr val="tx1"/>
                        </a:soli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Willingness To Relocate: </a:t>
                      </a: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Yes or No </a:t>
                      </a: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Ok to note a time for when you are able to relocate, if that’s the case; e.g. Yes but only after FY26</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Relocation Options: </a:t>
                      </a: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Where specifically; e.g., specific cities in US? Specific countries?</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Language(s): </a:t>
                      </a:r>
                      <a:endPar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Recent Impact: </a:t>
                      </a: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list a few bullet points from within the past 6 months to year</a:t>
                      </a:r>
                    </a:p>
                    <a:p>
                      <a:pPr marL="115888" marR="0" lvl="0" indent="-115888" algn="l" defTabSz="913453" rtl="0" eaLnBrk="1" fontAlgn="auto" latinLnBrk="0" hangingPunct="1">
                        <a:lnSpc>
                          <a:spcPct val="9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err="1">
                          <a:ln>
                            <a:noFill/>
                          </a:ln>
                          <a:solidFill>
                            <a:schemeClr val="tx1"/>
                          </a:solidFill>
                          <a:effectLst/>
                          <a:uLnTx/>
                          <a:uFillTx/>
                          <a:latin typeface="+mn-lt"/>
                          <a:ea typeface="+mn-ea"/>
                          <a:cs typeface="+mn-cs"/>
                        </a:rPr>
                        <a:t>Xxx</a:t>
                      </a:r>
                      <a:endParaRPr kumimoji="0" lang="en-US" sz="900" b="0" i="0" u="none" strike="noStrike" kern="1200" cap="none" spc="0" normalizeH="0" baseline="0" noProof="0">
                        <a:ln>
                          <a:noFill/>
                        </a:ln>
                        <a:solidFill>
                          <a:schemeClr val="tx1"/>
                        </a:solidFill>
                        <a:effectLst/>
                        <a:uLnTx/>
                        <a:uFillTx/>
                        <a:latin typeface="+mn-lt"/>
                        <a:ea typeface="+mn-ea"/>
                        <a:cs typeface="+mn-cs"/>
                      </a:endParaRPr>
                    </a:p>
                    <a:p>
                      <a:pPr marL="115888" marR="0" lvl="0" indent="-115888" algn="l" defTabSz="913453" rtl="0" eaLnBrk="1" fontAlgn="auto" latinLnBrk="0" hangingPunct="1">
                        <a:lnSpc>
                          <a:spcPct val="9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err="1">
                          <a:ln>
                            <a:noFill/>
                          </a:ln>
                          <a:solidFill>
                            <a:schemeClr val="tx1"/>
                          </a:solidFill>
                          <a:effectLst/>
                          <a:uLnTx/>
                          <a:uFillTx/>
                          <a:latin typeface="+mn-lt"/>
                          <a:ea typeface="+mn-ea"/>
                          <a:cs typeface="+mn-cs"/>
                        </a:rPr>
                        <a:t>Xxx</a:t>
                      </a:r>
                      <a:endParaRPr kumimoji="0" lang="en-US" sz="900" b="0" i="0" u="none" strike="noStrike" kern="1200" cap="none" spc="0" normalizeH="0" baseline="0" noProof="0">
                        <a:ln>
                          <a:noFill/>
                        </a:ln>
                        <a:solidFill>
                          <a:schemeClr val="tx1"/>
                        </a:solidFill>
                        <a:effectLst/>
                        <a:uLnTx/>
                        <a:uFillTx/>
                        <a:latin typeface="+mn-lt"/>
                        <a:ea typeface="+mn-ea"/>
                        <a:cs typeface="+mn-cs"/>
                      </a:endParaRPr>
                    </a:p>
                    <a:p>
                      <a:pPr marL="115888" marR="0" lvl="0" indent="-115888" algn="l" defTabSz="913453" rtl="0" eaLnBrk="1" fontAlgn="auto" latinLnBrk="0" hangingPunct="1">
                        <a:lnSpc>
                          <a:spcPct val="9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err="1">
                          <a:ln>
                            <a:noFill/>
                          </a:ln>
                          <a:solidFill>
                            <a:schemeClr val="tx1"/>
                          </a:solidFill>
                          <a:effectLst/>
                          <a:uLnTx/>
                          <a:uFillTx/>
                          <a:latin typeface="+mn-lt"/>
                          <a:ea typeface="+mn-ea"/>
                          <a:cs typeface="+mn-cs"/>
                        </a:rPr>
                        <a:t>Xxx</a:t>
                      </a:r>
                      <a:r>
                        <a:rPr kumimoji="0" lang="en-US" sz="900" b="0" i="0" u="none" strike="noStrike" kern="1200" cap="none" spc="0" normalizeH="0" baseline="0" noProof="0">
                          <a:ln>
                            <a:noFill/>
                          </a:ln>
                          <a:solidFill>
                            <a:schemeClr val="tx1"/>
                          </a:solidFill>
                          <a:effectLst/>
                          <a:uLnTx/>
                          <a:uFillTx/>
                          <a:latin typeface="+mn-lt"/>
                          <a:ea typeface="+mn-ea"/>
                          <a:cs typeface="+mn-cs"/>
                        </a:rPr>
                        <a:t> </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1"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mn-lt"/>
                          <a:ea typeface="+mn-ea"/>
                          <a:cs typeface="+mn-cs"/>
                        </a:rPr>
                        <a:t>Education: </a:t>
                      </a:r>
                    </a:p>
                    <a:p>
                      <a:pPr marL="115888" marR="0" lvl="0" indent="-115888" algn="l" defTabSz="913453" rtl="0" eaLnBrk="1" fontAlgn="auto" latinLnBrk="0" hangingPunct="1">
                        <a:lnSpc>
                          <a:spcPct val="9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List school and degree</a:t>
                      </a:r>
                    </a:p>
                    <a:p>
                      <a:pPr marL="115888" marR="0" lvl="0" indent="-115888" algn="l" defTabSz="913453" rtl="0" eaLnBrk="1" fontAlgn="auto" latinLnBrk="0" hangingPunct="1">
                        <a:lnSpc>
                          <a:spcPct val="9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err="1">
                          <a:ln>
                            <a:noFill/>
                          </a:ln>
                          <a:solidFill>
                            <a:schemeClr val="tx1"/>
                          </a:solidFill>
                          <a:effectLst/>
                          <a:uLnTx/>
                          <a:uFillTx/>
                          <a:latin typeface="+mn-lt"/>
                          <a:ea typeface="+mn-ea"/>
                          <a:cs typeface="+mn-cs"/>
                        </a:rPr>
                        <a:t>Xxx</a:t>
                      </a:r>
                      <a:r>
                        <a:rPr kumimoji="0" lang="en-US" sz="900" b="0" i="0" u="none" strike="noStrike" kern="1200" cap="none" spc="0" normalizeH="0" baseline="0" noProof="0">
                          <a:ln>
                            <a:noFill/>
                          </a:ln>
                          <a:solidFill>
                            <a:schemeClr val="tx1"/>
                          </a:solidFill>
                          <a:effectLst/>
                          <a:uLnTx/>
                          <a:uFillTx/>
                          <a:latin typeface="+mn-lt"/>
                          <a:ea typeface="+mn-ea"/>
                          <a:cs typeface="+mn-cs"/>
                        </a:rPr>
                        <a:t>, xxx</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500" b="0" i="0" u="none" strike="noStrike" kern="1200" cap="none" spc="0" normalizeH="0" baseline="0" noProof="0">
                        <a:ln>
                          <a:noFill/>
                        </a:ln>
                        <a:solidFill>
                          <a:schemeClr val="tx1"/>
                        </a:solidFill>
                        <a:effectLst/>
                        <a:uLnTx/>
                        <a:uFillTx/>
                        <a:latin typeface="+mn-lt"/>
                        <a:ea typeface="+mn-ea"/>
                        <a:cs typeface="+mn-cs"/>
                      </a:endParaRPr>
                    </a:p>
                  </a:txBody>
                  <a:tcPr marL="146284" marR="146284" marT="91427" marB="91427">
                    <a:lnL w="12700" cmpd="sng">
                      <a:noFill/>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000" b="1"/>
                        <a:t>Core Strengths: </a:t>
                      </a:r>
                    </a:p>
                    <a:p>
                      <a:r>
                        <a:rPr lang="en-US" sz="900" b="0"/>
                        <a:t>Consider executive attributes, leadership principles and experiences, Microsoft Cultural leadership, outcomes from assessments you may have recently completed, feedback from manager or mentor(s), partner success indicators, profile for current role or potential next role</a:t>
                      </a:r>
                    </a:p>
                    <a:p>
                      <a:pPr marL="115888" indent="-115888">
                        <a:buFont typeface="Arial" panose="020B0604020202020204" pitchFamily="34" charset="0"/>
                        <a:buChar char="•"/>
                      </a:pPr>
                      <a:r>
                        <a:rPr lang="en-US" sz="900" b="0" err="1"/>
                        <a:t>Xxx</a:t>
                      </a:r>
                      <a:r>
                        <a:rPr lang="en-US" sz="900" b="0"/>
                        <a:t> </a:t>
                      </a:r>
                    </a:p>
                    <a:p>
                      <a:pPr marL="115888" indent="-115888">
                        <a:buFont typeface="Arial" panose="020B0604020202020204" pitchFamily="34" charset="0"/>
                        <a:buChar char="•"/>
                      </a:pPr>
                      <a:r>
                        <a:rPr lang="en-US" sz="900" b="0" err="1"/>
                        <a:t>Xxx</a:t>
                      </a:r>
                      <a:r>
                        <a:rPr lang="en-US" sz="900" b="0"/>
                        <a:t> </a:t>
                      </a:r>
                    </a:p>
                    <a:p>
                      <a:pPr marL="115888" indent="-115888">
                        <a:buFont typeface="Arial" panose="020B0604020202020204" pitchFamily="34" charset="0"/>
                        <a:buChar char="•"/>
                      </a:pPr>
                      <a:r>
                        <a:rPr lang="en-US" sz="900" b="0" err="1"/>
                        <a:t>Xxx</a:t>
                      </a:r>
                      <a:r>
                        <a:rPr lang="en-US" sz="900" b="0"/>
                        <a:t> </a:t>
                      </a:r>
                    </a:p>
                    <a:p>
                      <a:pPr marL="115888" indent="-115888">
                        <a:buFont typeface="Arial" panose="020B0604020202020204" pitchFamily="34" charset="0"/>
                        <a:buChar char="•"/>
                      </a:pPr>
                      <a:r>
                        <a:rPr lang="en-US" sz="900" b="0" err="1"/>
                        <a:t>Xxx</a:t>
                      </a:r>
                      <a:r>
                        <a:rPr lang="en-US" sz="900" b="0"/>
                        <a:t> </a:t>
                      </a:r>
                    </a:p>
                    <a:p>
                      <a:endParaRPr lang="en-US" sz="900" b="0"/>
                    </a:p>
                  </a:txBody>
                  <a:tcPr marL="146284" marR="146284" marT="91427" marB="91427">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000" b="1"/>
                        <a:t>Areas of development:</a:t>
                      </a:r>
                    </a:p>
                    <a:p>
                      <a:r>
                        <a:rPr lang="en-US" sz="900" b="0"/>
                        <a:t>Consider same items as under Core Strengths </a:t>
                      </a:r>
                    </a:p>
                    <a:p>
                      <a:pPr marL="115888" indent="-115888">
                        <a:buFont typeface="Arial" panose="020B0604020202020204" pitchFamily="34" charset="0"/>
                        <a:buChar char="•"/>
                      </a:pPr>
                      <a:r>
                        <a:rPr lang="en-US" sz="900" b="0" err="1"/>
                        <a:t>Xxx</a:t>
                      </a:r>
                      <a:r>
                        <a:rPr lang="en-US" sz="900" b="0"/>
                        <a:t> </a:t>
                      </a:r>
                    </a:p>
                    <a:p>
                      <a:pPr marL="115888" indent="-115888">
                        <a:buFont typeface="Arial" panose="020B0604020202020204" pitchFamily="34" charset="0"/>
                        <a:buChar char="•"/>
                      </a:pPr>
                      <a:r>
                        <a:rPr lang="en-US" sz="900" b="0" err="1"/>
                        <a:t>Xxx</a:t>
                      </a:r>
                      <a:r>
                        <a:rPr lang="en-US" sz="900" b="0"/>
                        <a:t> </a:t>
                      </a:r>
                    </a:p>
                    <a:p>
                      <a:pPr marL="115888" indent="-115888">
                        <a:buFont typeface="Arial" panose="020B0604020202020204" pitchFamily="34" charset="0"/>
                        <a:buChar char="•"/>
                      </a:pPr>
                      <a:r>
                        <a:rPr lang="en-US" sz="900" b="0" err="1"/>
                        <a:t>Xxx</a:t>
                      </a:r>
                      <a:r>
                        <a:rPr lang="en-US" sz="900" b="0"/>
                        <a:t> </a:t>
                      </a:r>
                    </a:p>
                    <a:p>
                      <a:r>
                        <a:rPr lang="en-US" sz="900"/>
                        <a:t> </a:t>
                      </a:r>
                    </a:p>
                    <a:p>
                      <a:r>
                        <a:rPr lang="en-US" sz="1000" b="1"/>
                        <a:t>Development actions to take over next 12 months: </a:t>
                      </a:r>
                    </a:p>
                    <a:p>
                      <a:r>
                        <a:rPr lang="en-US" sz="900" b="0"/>
                        <a:t>List specific actions that you will take and when for each area of development noted above - prioritize! Follow the 70/20/10 rule to determine actions that may be on-the-job development experiences, social networking like peers and mentors, and formal learning programs.</a:t>
                      </a:r>
                      <a:endParaRPr lang="en-US" sz="900" b="1"/>
                    </a:p>
                    <a:p>
                      <a:pPr marL="115888" indent="-115888">
                        <a:buFont typeface="Arial" panose="020B0604020202020204" pitchFamily="34" charset="0"/>
                        <a:buChar char="•"/>
                      </a:pPr>
                      <a:r>
                        <a:rPr lang="en-US" sz="900" b="0" err="1"/>
                        <a:t>Xxx</a:t>
                      </a:r>
                      <a:endParaRPr lang="en-US" sz="900" b="0"/>
                    </a:p>
                    <a:p>
                      <a:pPr marL="115888" indent="-115888">
                        <a:buFont typeface="Arial" panose="020B0604020202020204" pitchFamily="34" charset="0"/>
                        <a:buChar char="•"/>
                      </a:pPr>
                      <a:r>
                        <a:rPr lang="en-US" sz="900" b="0" err="1"/>
                        <a:t>Xxx</a:t>
                      </a:r>
                      <a:r>
                        <a:rPr lang="en-US" sz="900" b="0"/>
                        <a:t> </a:t>
                      </a:r>
                    </a:p>
                    <a:p>
                      <a:pPr marL="115888" indent="-115888">
                        <a:buFont typeface="Arial" panose="020B0604020202020204" pitchFamily="34" charset="0"/>
                        <a:buChar char="•"/>
                      </a:pPr>
                      <a:r>
                        <a:rPr lang="en-US" sz="900" b="0" err="1"/>
                        <a:t>Xxx</a:t>
                      </a:r>
                      <a:r>
                        <a:rPr lang="en-US" sz="900" b="0"/>
                        <a:t> </a:t>
                      </a:r>
                    </a:p>
                    <a:p>
                      <a:pPr marL="115888" indent="-115888">
                        <a:buFont typeface="Arial" panose="020B0604020202020204" pitchFamily="34" charset="0"/>
                        <a:buChar char="•"/>
                      </a:pPr>
                      <a:r>
                        <a:rPr lang="en-US" sz="900" b="0" err="1"/>
                        <a:t>Xxx</a:t>
                      </a:r>
                      <a:r>
                        <a:rPr lang="en-US" sz="900" b="0"/>
                        <a:t> </a:t>
                      </a:r>
                    </a:p>
                    <a:p>
                      <a:endParaRPr lang="en-US" sz="1000" b="0"/>
                    </a:p>
                  </a:txBody>
                  <a:tcPr marL="146284" marR="146284" marT="91427" marB="91427">
                    <a:lnL w="19050" cap="flat" cmpd="sng" algn="ctr">
                      <a:solidFill>
                        <a:schemeClr val="bg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94" name="Table 93" title="Progress Table"/>
          <p:cNvGraphicFramePr>
            <a:graphicFrameLocks noGrp="1"/>
          </p:cNvGraphicFramePr>
          <p:nvPr/>
        </p:nvGraphicFramePr>
        <p:xfrm>
          <a:off x="5714709" y="5011882"/>
          <a:ext cx="6312242" cy="1514958"/>
        </p:xfrm>
        <a:graphic>
          <a:graphicData uri="http://schemas.openxmlformats.org/drawingml/2006/table">
            <a:tbl>
              <a:tblPr firstRow="1" bandRow="1">
                <a:tableStyleId>{5C22544A-7EE6-4342-B048-85BDC9FD1C3A}</a:tableStyleId>
              </a:tblPr>
              <a:tblGrid>
                <a:gridCol w="6312242">
                  <a:extLst>
                    <a:ext uri="{9D8B030D-6E8A-4147-A177-3AD203B41FA5}">
                      <a16:colId xmlns:a16="http://schemas.microsoft.com/office/drawing/2014/main" val="20000"/>
                    </a:ext>
                  </a:extLst>
                </a:gridCol>
              </a:tblGrid>
              <a:tr h="600605">
                <a:tc>
                  <a:txBody>
                    <a:bodyPr/>
                    <a:lstStyle/>
                    <a:p>
                      <a:pPr marL="0" algn="l" defTabSz="914180" rtl="0" eaLnBrk="1" latinLnBrk="0" hangingPunct="1"/>
                      <a:r>
                        <a:rPr lang="en-US" sz="1600" b="1" kern="1200" spc="30" baseline="0">
                          <a:gradFill>
                            <a:gsLst>
                              <a:gs pos="83186">
                                <a:schemeClr val="bg1"/>
                              </a:gs>
                              <a:gs pos="59000">
                                <a:schemeClr val="bg1"/>
                              </a:gs>
                            </a:gsLst>
                            <a:lin ang="5400000" scaled="0"/>
                          </a:gradFill>
                          <a:latin typeface="+mj-lt"/>
                          <a:ea typeface="+mn-ea"/>
                          <a:cs typeface="+mn-cs"/>
                        </a:rPr>
                        <a:t>Progress/actions since last review</a:t>
                      </a:r>
                    </a:p>
                    <a:p>
                      <a:pPr marL="0" algn="l" defTabSz="914180" rtl="0" eaLnBrk="1" latinLnBrk="0" hangingPunct="1"/>
                      <a:r>
                        <a:rPr lang="en-US" sz="1200" b="0" kern="1200" spc="30" baseline="0">
                          <a:gradFill>
                            <a:gsLst>
                              <a:gs pos="83186">
                                <a:schemeClr val="bg1"/>
                              </a:gs>
                              <a:gs pos="59000">
                                <a:schemeClr val="bg1"/>
                              </a:gs>
                            </a:gsLst>
                            <a:lin ang="5400000" scaled="0"/>
                          </a:gradFill>
                          <a:latin typeface="+mn-lt"/>
                          <a:ea typeface="+mn-ea"/>
                          <a:cs typeface="+mn-cs"/>
                        </a:rPr>
                        <a:t>(Last 6 months)</a:t>
                      </a:r>
                    </a:p>
                  </a:txBody>
                  <a:tcPr marL="146284" marR="146284" marT="45713" marB="45713">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3963"/>
                    </a:solidFill>
                  </a:tcPr>
                </a:tc>
                <a:extLst>
                  <a:ext uri="{0D108BD9-81ED-4DB2-BD59-A6C34878D82A}">
                    <a16:rowId xmlns:a16="http://schemas.microsoft.com/office/drawing/2014/main" val="10000"/>
                  </a:ext>
                </a:extLst>
              </a:tr>
              <a:tr h="914353">
                <a:tc>
                  <a:txBody>
                    <a:bodyPr/>
                    <a:lstStyle/>
                    <a:p>
                      <a:pPr marL="171450" indent="-171450" defTabSz="913453">
                        <a:lnSpc>
                          <a:spcPct val="95000"/>
                        </a:lnSpc>
                        <a:buFont typeface="Arial" panose="020B0604020202020204" pitchFamily="34" charset="0"/>
                        <a:buChar char="•"/>
                        <a:defRPr/>
                      </a:pPr>
                      <a:endParaRPr kumimoji="0" sz="10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txBody>
                  <a:tcPr marL="146284" marR="146284" marT="91427" marB="91427">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1" name="Slide Number Placeholder 4">
            <a:extLst>
              <a:ext uri="{FF2B5EF4-FFF2-40B4-BE49-F238E27FC236}">
                <a16:creationId xmlns:a16="http://schemas.microsoft.com/office/drawing/2014/main" id="{9FFC83B7-636D-411D-9E2C-8C4387411454}"/>
              </a:ext>
            </a:extLst>
          </p:cNvPr>
          <p:cNvSpPr txBox="1">
            <a:spLocks/>
          </p:cNvSpPr>
          <p:nvPr/>
        </p:nvSpPr>
        <p:spPr>
          <a:xfrm>
            <a:off x="9102381" y="6510114"/>
            <a:ext cx="2901432" cy="372341"/>
          </a:xfrm>
          <a:prstGeom prst="rect">
            <a:avLst/>
          </a:prstGeom>
        </p:spPr>
        <p:txBody>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r" defTabSz="932563"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000000"/>
                </a:solidFill>
                <a:effectLst/>
                <a:uLnTx/>
                <a:uFillTx/>
                <a:latin typeface="Segoe UI Light"/>
                <a:ea typeface="+mn-ea"/>
                <a:cs typeface="+mn-cs"/>
              </a:rPr>
              <a:pPr marL="0" marR="0" lvl="0" indent="0" algn="r" defTabSz="932563"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000000"/>
              </a:solidFill>
              <a:effectLst/>
              <a:uLnTx/>
              <a:uFillTx/>
              <a:latin typeface="Segoe UI Light"/>
              <a:ea typeface="+mn-ea"/>
              <a:cs typeface="+mn-cs"/>
            </a:endParaRPr>
          </a:p>
        </p:txBody>
      </p:sp>
      <p:sp>
        <p:nvSpPr>
          <p:cNvPr id="19" name="TextBox 18" descr="Hyperlink back to the chessboard slide." title="HyperLinkBackToChessboard">
            <a:extLst>
              <a:ext uri="{FF2B5EF4-FFF2-40B4-BE49-F238E27FC236}">
                <a16:creationId xmlns:a16="http://schemas.microsoft.com/office/drawing/2014/main" id="{FB0A73B7-2CFD-4792-9BA9-174EF1567A18}"/>
              </a:ext>
            </a:extLst>
          </p:cNvPr>
          <p:cNvSpPr txBox="1"/>
          <p:nvPr/>
        </p:nvSpPr>
        <p:spPr>
          <a:xfrm>
            <a:off x="10510828" y="466955"/>
            <a:ext cx="1681173" cy="244398"/>
          </a:xfrm>
          <a:prstGeom prst="rect">
            <a:avLst/>
          </a:prstGeom>
          <a:noFill/>
        </p:spPr>
        <p:txBody>
          <a:bodyPr wrap="square" lIns="179285" tIns="0" rIns="179285"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endParaRPr kumimoji="0" sz="1765" b="0" i="0" u="none" strike="noStrike" kern="1200" cap="none" spc="0" normalizeH="0" baseline="0" noProof="0">
              <a:ln>
                <a:noFill/>
              </a:ln>
              <a:solidFill>
                <a:srgbClr val="50505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1A3DE5A8-9333-AEA0-3B1D-FA279EDDC0BA}"/>
              </a:ext>
            </a:extLst>
          </p:cNvPr>
          <p:cNvSpPr txBox="1"/>
          <p:nvPr/>
        </p:nvSpPr>
        <p:spPr>
          <a:xfrm>
            <a:off x="5816598" y="5616459"/>
            <a:ext cx="3133230" cy="420115"/>
          </a:xfrm>
          <a:prstGeom prst="rect">
            <a:avLst/>
          </a:prstGeom>
          <a:noFill/>
        </p:spPr>
        <p:txBody>
          <a:bodyPr wrap="none" lIns="182880" tIns="146304" rIns="182880" bIns="146304" rtlCol="0">
            <a:spAutoFit/>
          </a:bodyPr>
          <a:lstStyle/>
          <a:p>
            <a:pPr marL="115888" marR="0" lvl="0" indent="-115888"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gradFill>
                  <a:gsLst>
                    <a:gs pos="2917">
                      <a:srgbClr val="505050"/>
                    </a:gs>
                    <a:gs pos="30000">
                      <a:srgbClr val="505050"/>
                    </a:gs>
                  </a:gsLst>
                  <a:lin ang="5400000" scaled="0"/>
                </a:gradFill>
                <a:effectLst/>
                <a:uLnTx/>
                <a:uFillTx/>
                <a:latin typeface="Segoe UI"/>
                <a:ea typeface="+mn-ea"/>
                <a:cs typeface="+mn-cs"/>
              </a:rPr>
              <a:t>Add a couple bullet points to show progress to date</a:t>
            </a:r>
          </a:p>
        </p:txBody>
      </p:sp>
      <p:sp>
        <p:nvSpPr>
          <p:cNvPr id="6" name="Rectangle 5">
            <a:extLst>
              <a:ext uri="{FF2B5EF4-FFF2-40B4-BE49-F238E27FC236}">
                <a16:creationId xmlns:a16="http://schemas.microsoft.com/office/drawing/2014/main" id="{4D9B737F-EBCB-24B2-9FD9-1B5D547B3330}"/>
              </a:ext>
            </a:extLst>
          </p:cNvPr>
          <p:cNvSpPr/>
          <p:nvPr/>
        </p:nvSpPr>
        <p:spPr>
          <a:xfrm>
            <a:off x="665583" y="1900771"/>
            <a:ext cx="1124984" cy="724301"/>
          </a:xfrm>
          <a:prstGeom prst="rect">
            <a:avLst/>
          </a:prstGeom>
          <a:noFill/>
        </p:spPr>
        <p:txBody>
          <a:bodyPr wrap="none" lIns="186371" tIns="149098" rIns="186371" bIns="149098" rtlCol="0">
            <a:spAutoFit/>
          </a:bodyPr>
          <a:lstStyle/>
          <a:p>
            <a:pPr marL="0" marR="0" lvl="0" indent="0" algn="ctr" defTabSz="931769" rtl="0" eaLnBrk="1" fontAlgn="auto" latinLnBrk="0" hangingPunct="1">
              <a:lnSpc>
                <a:spcPct val="9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lumMod val="75000"/>
                    <a:lumOff val="25000"/>
                  </a:srgbClr>
                </a:solidFill>
                <a:effectLst/>
                <a:uLnTx/>
                <a:uFillTx/>
                <a:latin typeface="Segoe Pro Light" panose="020B0302040504020203" pitchFamily="34" charset="0"/>
                <a:ea typeface="+mn-ea"/>
                <a:cs typeface="+mn-cs"/>
              </a:rPr>
              <a:t>History</a:t>
            </a:r>
          </a:p>
          <a:p>
            <a:pPr marL="0" marR="0" lvl="0" indent="0" algn="ctr" defTabSz="931769" rtl="0" eaLnBrk="1" fontAlgn="auto" latinLnBrk="0" hangingPunct="1">
              <a:lnSpc>
                <a:spcPct val="90000"/>
              </a:lnSpc>
              <a:spcBef>
                <a:spcPts val="400"/>
              </a:spcBef>
              <a:spcAft>
                <a:spcPts val="0"/>
              </a:spcAft>
              <a:buClrTx/>
              <a:buSzTx/>
              <a:buFontTx/>
              <a:buNone/>
              <a:tabLst/>
              <a:defRPr/>
            </a:pPr>
            <a:r>
              <a:rPr kumimoji="0" lang="en-US" sz="1100" b="1" i="0" u="none" strike="noStrike" kern="1200" cap="none" spc="0" normalizeH="0" baseline="0" noProof="0">
                <a:ln>
                  <a:noFill/>
                </a:ln>
                <a:solidFill>
                  <a:srgbClr val="000000">
                    <a:lumMod val="75000"/>
                    <a:lumOff val="25000"/>
                  </a:srgbClr>
                </a:solidFill>
                <a:effectLst/>
                <a:uLnTx/>
                <a:uFillTx/>
                <a:latin typeface="Segoe Pro Light" panose="020B0302040504020203" pitchFamily="34" charset="0"/>
                <a:ea typeface="+mn-ea"/>
                <a:cs typeface="+mn-cs"/>
              </a:rPr>
              <a:t>Past 10 years</a:t>
            </a:r>
          </a:p>
        </p:txBody>
      </p:sp>
      <p:sp>
        <p:nvSpPr>
          <p:cNvPr id="8" name="Rectangle 7" title="Level Table">
            <a:extLst>
              <a:ext uri="{FF2B5EF4-FFF2-40B4-BE49-F238E27FC236}">
                <a16:creationId xmlns:a16="http://schemas.microsoft.com/office/drawing/2014/main" id="{DA8E4282-7431-1A60-E981-4B16EE2A4D99}"/>
              </a:ext>
            </a:extLst>
          </p:cNvPr>
          <p:cNvSpPr/>
          <p:nvPr/>
        </p:nvSpPr>
        <p:spPr>
          <a:xfrm>
            <a:off x="0" y="1517755"/>
            <a:ext cx="2547937" cy="234846"/>
          </a:xfrm>
          <a:prstGeom prst="rect">
            <a:avLst/>
          </a:prstGeom>
        </p:spPr>
        <p:txBody>
          <a:bodyPr wrap="square" lIns="0" rIns="182854">
            <a:noAutofit/>
          </a:bodyPr>
          <a:lstStyle/>
          <a:p>
            <a:pPr marL="0" marR="0" lvl="0" indent="0" algn="ctr" defTabSz="912405"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a:ln>
                  <a:noFill/>
                </a:ln>
                <a:solidFill>
                  <a:srgbClr val="000000">
                    <a:lumMod val="75000"/>
                    <a:lumOff val="25000"/>
                  </a:srgbClr>
                </a:solidFill>
                <a:effectLst/>
                <a:uLnTx/>
                <a:uFillTx/>
                <a:latin typeface="Segoe UI"/>
                <a:ea typeface="Segoe UI" pitchFamily="34" charset="0"/>
                <a:cs typeface="Segoe UI" panose="020B0502040204020203" pitchFamily="34" charset="0"/>
              </a:rPr>
              <a:t>   Level: xx </a:t>
            </a:r>
            <a:endParaRPr kumimoji="0" lang="en-US" sz="980" b="0" i="0" u="none" strike="noStrike" kern="1200" cap="none" spc="0" normalizeH="0" baseline="0" noProof="0">
              <a:ln>
                <a:noFill/>
              </a:ln>
              <a:gradFill>
                <a:gsLst>
                  <a:gs pos="23894">
                    <a:srgbClr val="000000">
                      <a:lumMod val="65000"/>
                      <a:lumOff val="35000"/>
                    </a:srgbClr>
                  </a:gs>
                  <a:gs pos="56000">
                    <a:srgbClr val="000000">
                      <a:lumMod val="65000"/>
                      <a:lumOff val="35000"/>
                    </a:srgbClr>
                  </a:gs>
                </a:gsLst>
                <a:lin ang="5400000" scaled="0"/>
              </a:gradFill>
              <a:effectLst/>
              <a:uLnTx/>
              <a:uFillTx/>
              <a:latin typeface="Segoe UI"/>
              <a:ea typeface="+mn-ea"/>
              <a:cs typeface="+mn-cs"/>
            </a:endParaRPr>
          </a:p>
        </p:txBody>
      </p:sp>
      <p:graphicFrame>
        <p:nvGraphicFramePr>
          <p:cNvPr id="11" name="Table 10" title="History Table">
            <a:extLst>
              <a:ext uri="{FF2B5EF4-FFF2-40B4-BE49-F238E27FC236}">
                <a16:creationId xmlns:a16="http://schemas.microsoft.com/office/drawing/2014/main" id="{17A5CC7B-10F4-EBC6-36CC-CD2BC5563941}"/>
              </a:ext>
            </a:extLst>
          </p:cNvPr>
          <p:cNvGraphicFramePr>
            <a:graphicFrameLocks noGrp="1"/>
          </p:cNvGraphicFramePr>
          <p:nvPr/>
        </p:nvGraphicFramePr>
        <p:xfrm>
          <a:off x="110149" y="2560162"/>
          <a:ext cx="2374251" cy="3611015"/>
        </p:xfrm>
        <a:graphic>
          <a:graphicData uri="http://schemas.openxmlformats.org/drawingml/2006/table">
            <a:tbl>
              <a:tblPr firstRow="1" bandRow="1">
                <a:tableStyleId>{5C22544A-7EE6-4342-B048-85BDC9FD1C3A}</a:tableStyleId>
              </a:tblPr>
              <a:tblGrid>
                <a:gridCol w="1203978">
                  <a:extLst>
                    <a:ext uri="{9D8B030D-6E8A-4147-A177-3AD203B41FA5}">
                      <a16:colId xmlns:a16="http://schemas.microsoft.com/office/drawing/2014/main" val="20000"/>
                    </a:ext>
                  </a:extLst>
                </a:gridCol>
                <a:gridCol w="1170273">
                  <a:extLst>
                    <a:ext uri="{9D8B030D-6E8A-4147-A177-3AD203B41FA5}">
                      <a16:colId xmlns:a16="http://schemas.microsoft.com/office/drawing/2014/main" val="20001"/>
                    </a:ext>
                  </a:extLst>
                </a:gridCol>
              </a:tblGrid>
              <a:tr h="377897">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 - Present</a:t>
                      </a:r>
                    </a:p>
                  </a:txBody>
                  <a:tcPr marL="45713" marR="0" marT="45713"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2581" rtl="0" eaLnBrk="1" latinLnBrk="0" hangingPunct="1">
                        <a:lnSpc>
                          <a:spcPct val="100000"/>
                        </a:lnSpc>
                        <a:spcBef>
                          <a:spcPts val="200"/>
                        </a:spcBef>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Microsoft</a:t>
                      </a:r>
                    </a:p>
                  </a:txBody>
                  <a:tcPr marL="137141" marR="0" marT="45713"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99279">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indent="0" algn="l" defTabSz="912581" rtl="0" eaLnBrk="1" fontAlgn="auto" latinLnBrk="0" hangingPunct="1">
                        <a:lnSpc>
                          <a:spcPct val="100000"/>
                        </a:lnSpc>
                        <a:spcBef>
                          <a:spcPts val="200"/>
                        </a:spcBef>
                        <a:spcAft>
                          <a:spcPts val="0"/>
                        </a:spcAft>
                        <a:buClrTx/>
                        <a:buSzTx/>
                        <a:buFontTx/>
                        <a:buNone/>
                        <a:tabLst/>
                        <a:defRPr/>
                      </a:pPr>
                      <a:endPar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377897">
                <a:tc>
                  <a:txBody>
                    <a:bodyPr/>
                    <a:lstStyle/>
                    <a:p>
                      <a:pPr marL="0" algn="l" defTabSz="912581" rtl="0" eaLnBrk="1" latinLnBrk="0" hangingPunct="1">
                        <a:lnSpc>
                          <a:spcPct val="100000"/>
                        </a:lnSpc>
                        <a:spcBef>
                          <a:spcPts val="200"/>
                        </a:spcBef>
                      </a:pPr>
                      <a:r>
                        <a:rPr lang="en-US" sz="110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 - </a:t>
                      </a:r>
                      <a:r>
                        <a:rPr lang="en-US" sz="110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13" marR="0" marT="45713"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 name</a:t>
                      </a:r>
                    </a:p>
                  </a:txBody>
                  <a:tcPr marL="137141" marR="0" marT="45713"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99279">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algn="l" defTabSz="912581" rtl="0" eaLnBrk="1" latinLnBrk="0" hangingPunct="1">
                        <a:lnSpc>
                          <a:spcPct val="100000"/>
                        </a:lnSpc>
                        <a:spcBef>
                          <a:spcPts val="200"/>
                        </a:spcBef>
                      </a:pP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395404">
                <a:tc>
                  <a:txBody>
                    <a:bodyPr/>
                    <a:lstStyle/>
                    <a:p>
                      <a:pPr marL="0" algn="l" defTabSz="912581" rtl="0" eaLnBrk="1" latinLnBrk="0" hangingPunct="1">
                        <a:lnSpc>
                          <a:spcPct val="100000"/>
                        </a:lnSpc>
                        <a:spcBef>
                          <a:spcPts val="200"/>
                        </a:spcBef>
                      </a:pPr>
                      <a:r>
                        <a:rPr lang="en-US" sz="110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 - </a:t>
                      </a:r>
                      <a:r>
                        <a:rPr lang="en-US" sz="110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13" marR="0" marT="45713"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 name</a:t>
                      </a:r>
                    </a:p>
                  </a:txBody>
                  <a:tcPr marL="137141" marR="0" marT="45713"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199279">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algn="l" defTabSz="912581" rtl="0" eaLnBrk="1" latinLnBrk="0" hangingPunct="1">
                        <a:lnSpc>
                          <a:spcPct val="100000"/>
                        </a:lnSpc>
                        <a:spcBef>
                          <a:spcPts val="200"/>
                        </a:spcBef>
                      </a:pP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377897">
                <a:tc>
                  <a:txBody>
                    <a:bodyPr/>
                    <a:lstStyle/>
                    <a:p>
                      <a:pPr marL="0" algn="l" defTabSz="912581" rtl="0" eaLnBrk="1" latinLnBrk="0" hangingPunct="1">
                        <a:lnSpc>
                          <a:spcPct val="100000"/>
                        </a:lnSpc>
                        <a:spcBef>
                          <a:spcPts val="200"/>
                        </a:spcBef>
                      </a:pPr>
                      <a:r>
                        <a:rPr lang="en-US" sz="110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 - </a:t>
                      </a:r>
                      <a:r>
                        <a:rPr lang="en-US" sz="110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13" marR="0" marT="45713"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 name</a:t>
                      </a:r>
                    </a:p>
                  </a:txBody>
                  <a:tcPr marL="137141" marR="0" marT="45713"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199279">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algn="l" defTabSz="912581" rtl="0" eaLnBrk="1" latinLnBrk="0" hangingPunct="1">
                        <a:lnSpc>
                          <a:spcPct val="100000"/>
                        </a:lnSpc>
                        <a:spcBef>
                          <a:spcPts val="200"/>
                        </a:spcBef>
                      </a:pP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7"/>
                  </a:ext>
                </a:extLst>
              </a:tr>
              <a:tr h="377897">
                <a:tc>
                  <a:txBody>
                    <a:bodyPr/>
                    <a:lstStyle/>
                    <a:p>
                      <a:pPr marL="0" algn="l" defTabSz="912581" rtl="0" eaLnBrk="1" latinLnBrk="0" hangingPunct="1">
                        <a:lnSpc>
                          <a:spcPct val="100000"/>
                        </a:lnSpc>
                        <a:spcBef>
                          <a:spcPts val="200"/>
                        </a:spcBef>
                      </a:pPr>
                      <a:r>
                        <a:rPr lang="en-US" sz="110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 - </a:t>
                      </a:r>
                      <a:r>
                        <a:rPr lang="en-US" sz="110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13" marR="0" marT="45713"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 name</a:t>
                      </a:r>
                    </a:p>
                  </a:txBody>
                  <a:tcPr marL="137141" marR="0" marT="45713"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199279">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algn="l" defTabSz="912581" rtl="0" eaLnBrk="1" latinLnBrk="0" hangingPunct="1">
                        <a:lnSpc>
                          <a:spcPct val="100000"/>
                        </a:lnSpc>
                        <a:spcBef>
                          <a:spcPts val="200"/>
                        </a:spcBef>
                      </a:pP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9"/>
                  </a:ext>
                </a:extLst>
              </a:tr>
              <a:tr h="371598">
                <a:tc>
                  <a:txBody>
                    <a:bodyPr/>
                    <a:lstStyle/>
                    <a:p>
                      <a:pPr marL="0" algn="l" defTabSz="912581" rtl="0" eaLnBrk="1" latinLnBrk="0" hangingPunct="1">
                        <a:lnSpc>
                          <a:spcPct val="100000"/>
                        </a:lnSpc>
                        <a:spcBef>
                          <a:spcPts val="200"/>
                        </a:spcBef>
                      </a:pPr>
                      <a:r>
                        <a:rPr lang="en-US" sz="110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 - </a:t>
                      </a:r>
                      <a:r>
                        <a:rPr lang="en-US" sz="1100" kern="1200" err="1">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xxxx</a:t>
                      </a: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13" marR="0" marT="45713"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 name</a:t>
                      </a:r>
                    </a:p>
                  </a:txBody>
                  <a:tcPr marL="137141" marR="0" marT="45713"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336030">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indent="0" algn="l" defTabSz="912581" rtl="0" eaLnBrk="1" fontAlgn="auto" latinLnBrk="0" hangingPunct="1">
                        <a:lnSpc>
                          <a:spcPct val="100000"/>
                        </a:lnSpc>
                        <a:spcBef>
                          <a:spcPts val="200"/>
                        </a:spcBef>
                        <a:spcAft>
                          <a:spcPts val="0"/>
                        </a:spcAft>
                        <a:buClrTx/>
                        <a:buSzTx/>
                        <a:buFontTx/>
                        <a:buNone/>
                        <a:tabLst/>
                        <a:defRPr/>
                      </a:pPr>
                      <a:endParaRPr lang="en-US" sz="9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marT="27432" marB="27432">
                    <a:lnL w="9525" cap="flat" cmpd="sng" algn="ctr">
                      <a:solidFill>
                        <a:schemeClr val="bg1"/>
                      </a:solidFill>
                      <a:prstDash val="solid"/>
                      <a:round/>
                      <a:headEnd type="none" w="med" len="med"/>
                      <a:tailEnd type="none" w="med" len="med"/>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11"/>
                  </a:ext>
                </a:extLst>
              </a:tr>
            </a:tbl>
          </a:graphicData>
        </a:graphic>
      </p:graphicFrame>
      <p:pic>
        <p:nvPicPr>
          <p:cNvPr id="14" name="Graphic 13" descr="Female Profile outline">
            <a:extLst>
              <a:ext uri="{FF2B5EF4-FFF2-40B4-BE49-F238E27FC236}">
                <a16:creationId xmlns:a16="http://schemas.microsoft.com/office/drawing/2014/main" id="{732DCBED-CC6F-95CF-4F6B-C5D30D27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5775" y="774157"/>
            <a:ext cx="914400" cy="914400"/>
          </a:xfrm>
          <a:prstGeom prst="rect">
            <a:avLst/>
          </a:prstGeom>
        </p:spPr>
      </p:pic>
      <p:sp>
        <p:nvSpPr>
          <p:cNvPr id="16" name="Oval 15">
            <a:extLst>
              <a:ext uri="{FF2B5EF4-FFF2-40B4-BE49-F238E27FC236}">
                <a16:creationId xmlns:a16="http://schemas.microsoft.com/office/drawing/2014/main" id="{32DC9C63-C0F4-44D5-52E9-F0B54AE4E9EE}"/>
              </a:ext>
            </a:extLst>
          </p:cNvPr>
          <p:cNvSpPr/>
          <p:nvPr/>
        </p:nvSpPr>
        <p:spPr bwMode="auto">
          <a:xfrm>
            <a:off x="842210" y="774157"/>
            <a:ext cx="914400" cy="934328"/>
          </a:xfrm>
          <a:prstGeom prst="ellipse">
            <a:avLst/>
          </a:prstGeom>
          <a:no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88847800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descr="Text box "/>
          <p:cNvSpPr txBox="1"/>
          <p:nvPr/>
        </p:nvSpPr>
        <p:spPr>
          <a:xfrm>
            <a:off x="19893210" y="2390915"/>
            <a:ext cx="2927410" cy="2950613"/>
          </a:xfrm>
          <a:prstGeom prst="rect">
            <a:avLst/>
          </a:prstGeom>
          <a:noFill/>
        </p:spPr>
        <p:txBody>
          <a:bodyPr wrap="square" lIns="18251" tIns="18251" rIns="18251" bIns="18251" rtlCol="0">
            <a:noAutofit/>
          </a:bodyPr>
          <a:lstStyle/>
          <a:p>
            <a:pPr marL="114052" marR="0" lvl="0" indent="-114052" algn="l" defTabSz="91240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50" b="0" i="0" u="none" strike="noStrike" kern="1200" cap="none" spc="0" normalizeH="0" baseline="0" noProof="0">
              <a:ln>
                <a:noFill/>
              </a:ln>
              <a:solidFill>
                <a:srgbClr val="505050"/>
              </a:solidFill>
              <a:effectLst/>
              <a:uLnTx/>
              <a:uFillTx/>
              <a:latin typeface="Segoe UI"/>
              <a:ea typeface="Segoe UI" pitchFamily="34" charset="0"/>
              <a:cs typeface="Segoe UI" panose="020B0502040204020203" pitchFamily="34" charset="0"/>
            </a:endParaRPr>
          </a:p>
          <a:p>
            <a:pPr marL="114052" marR="0" lvl="0" indent="-114052" algn="l" defTabSz="91240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50" b="0" i="0" u="none" strike="noStrike" kern="1200" cap="none" spc="0" normalizeH="0" baseline="0" noProof="0">
              <a:ln>
                <a:noFill/>
              </a:ln>
              <a:solidFill>
                <a:srgbClr val="505050"/>
              </a:solidFill>
              <a:effectLst/>
              <a:uLnTx/>
              <a:uFillTx/>
              <a:latin typeface="Segoe UI"/>
              <a:ea typeface="Segoe UI" pitchFamily="34" charset="0"/>
              <a:cs typeface="Segoe UI" panose="020B0502040204020203" pitchFamily="34" charset="0"/>
            </a:endParaRPr>
          </a:p>
        </p:txBody>
      </p:sp>
      <p:sp>
        <p:nvSpPr>
          <p:cNvPr id="4" name="Title 3" title="Internal Profile152444"/>
          <p:cNvSpPr>
            <a:spLocks noGrp="1"/>
          </p:cNvSpPr>
          <p:nvPr>
            <p:ph type="title"/>
          </p:nvPr>
        </p:nvSpPr>
        <p:spPr>
          <a:xfrm>
            <a:off x="0" y="-844"/>
            <a:ext cx="8710664" cy="789438"/>
          </a:xfrm>
        </p:spPr>
        <p:txBody>
          <a:bodyPr vert="horz" wrap="square" lIns="89642" tIns="44821" rIns="89642" bIns="44821" rtlCol="0" anchor="ctr" anchorCtr="0">
            <a:noAutofit/>
          </a:bodyPr>
          <a:lstStyle/>
          <a:p>
            <a:r>
              <a:rPr lang="en-US" sz="2941">
                <a:gradFill>
                  <a:gsLst>
                    <a:gs pos="885">
                      <a:schemeClr val="accent5"/>
                    </a:gs>
                    <a:gs pos="62000">
                      <a:schemeClr val="accent5"/>
                    </a:gs>
                  </a:gsLst>
                  <a:lin ang="5400000" scaled="0"/>
                </a:gradFill>
              </a:rPr>
              <a:t>Minnie Mouse (</a:t>
            </a:r>
            <a:r>
              <a:rPr lang="en-US" sz="2941" err="1">
                <a:gradFill>
                  <a:gsLst>
                    <a:gs pos="885">
                      <a:schemeClr val="accent5"/>
                    </a:gs>
                    <a:gs pos="62000">
                      <a:schemeClr val="accent5"/>
                    </a:gs>
                  </a:gsLst>
                  <a:lin ang="5400000" scaled="0"/>
                </a:gradFill>
              </a:rPr>
              <a:t>Minmo</a:t>
            </a:r>
            <a:r>
              <a:rPr lang="en-US" sz="2941">
                <a:gradFill>
                  <a:gsLst>
                    <a:gs pos="885">
                      <a:schemeClr val="accent5"/>
                    </a:gs>
                    <a:gs pos="62000">
                      <a:schemeClr val="accent5"/>
                    </a:gs>
                  </a:gsLst>
                  <a:lin ang="5400000" scaled="0"/>
                </a:gradFill>
              </a:rPr>
              <a:t>) – Chief Fun Officer</a:t>
            </a:r>
            <a:endParaRPr lang="en-US" sz="2941">
              <a:solidFill>
                <a:srgbClr val="C00000"/>
              </a:solidFill>
            </a:endParaRPr>
          </a:p>
        </p:txBody>
      </p:sp>
      <p:graphicFrame>
        <p:nvGraphicFramePr>
          <p:cNvPr id="13" name="Table 12" title="Main Table"/>
          <p:cNvGraphicFramePr>
            <a:graphicFrameLocks noGrp="1"/>
          </p:cNvGraphicFramePr>
          <p:nvPr/>
        </p:nvGraphicFramePr>
        <p:xfrm>
          <a:off x="2533812" y="788594"/>
          <a:ext cx="9493140" cy="5738247"/>
        </p:xfrm>
        <a:graphic>
          <a:graphicData uri="http://schemas.openxmlformats.org/drawingml/2006/table">
            <a:tbl>
              <a:tblPr firstRow="1" bandRow="1">
                <a:tableStyleId>{5C22544A-7EE6-4342-B048-85BDC9FD1C3A}</a:tableStyleId>
              </a:tblPr>
              <a:tblGrid>
                <a:gridCol w="3164380">
                  <a:extLst>
                    <a:ext uri="{9D8B030D-6E8A-4147-A177-3AD203B41FA5}">
                      <a16:colId xmlns:a16="http://schemas.microsoft.com/office/drawing/2014/main" val="20000"/>
                    </a:ext>
                  </a:extLst>
                </a:gridCol>
                <a:gridCol w="3164380">
                  <a:extLst>
                    <a:ext uri="{9D8B030D-6E8A-4147-A177-3AD203B41FA5}">
                      <a16:colId xmlns:a16="http://schemas.microsoft.com/office/drawing/2014/main" val="20001"/>
                    </a:ext>
                  </a:extLst>
                </a:gridCol>
                <a:gridCol w="3164380">
                  <a:extLst>
                    <a:ext uri="{9D8B030D-6E8A-4147-A177-3AD203B41FA5}">
                      <a16:colId xmlns:a16="http://schemas.microsoft.com/office/drawing/2014/main" val="20002"/>
                    </a:ext>
                  </a:extLst>
                </a:gridCol>
              </a:tblGrid>
              <a:tr h="629282">
                <a:tc>
                  <a:txBody>
                    <a:bodyPr/>
                    <a:lstStyle/>
                    <a:p>
                      <a:pPr marL="0" algn="l" defTabSz="914180" rtl="0" eaLnBrk="1" latinLnBrk="0" hangingPunct="1"/>
                      <a:r>
                        <a:rPr lang="en-US" sz="1200" b="1" kern="1200" spc="30" baseline="0">
                          <a:gradFill>
                            <a:gsLst>
                              <a:gs pos="83186">
                                <a:schemeClr val="bg1"/>
                              </a:gs>
                              <a:gs pos="59000">
                                <a:schemeClr val="bg1"/>
                              </a:gs>
                            </a:gsLst>
                            <a:lin ang="5400000" scaled="0"/>
                          </a:gradFill>
                          <a:latin typeface="+mn-lt"/>
                          <a:ea typeface="+mn-ea"/>
                          <a:cs typeface="Segoe UI Semibold" panose="020B0702040204020203" pitchFamily="34" charset="0"/>
                        </a:rPr>
                        <a:t>About</a:t>
                      </a:r>
                      <a:r>
                        <a:rPr lang="en-US" sz="900" b="1" kern="1200" spc="30" baseline="0">
                          <a:gradFill>
                            <a:gsLst>
                              <a:gs pos="83186">
                                <a:schemeClr val="bg1"/>
                              </a:gs>
                              <a:gs pos="59000">
                                <a:schemeClr val="bg1"/>
                              </a:gs>
                            </a:gsLst>
                            <a:lin ang="5400000" scaled="0"/>
                          </a:gradFill>
                          <a:latin typeface="+mj-lt"/>
                          <a:ea typeface="+mn-ea"/>
                          <a:cs typeface="Segoe UI Semibold" panose="020B0702040204020203" pitchFamily="34" charset="0"/>
                        </a:rPr>
                        <a:t> </a:t>
                      </a:r>
                      <a:r>
                        <a:rPr lang="en-US" sz="1200" b="1" kern="1200" spc="30" baseline="0">
                          <a:gradFill>
                            <a:gsLst>
                              <a:gs pos="83186">
                                <a:schemeClr val="bg1"/>
                              </a:gs>
                              <a:gs pos="59000">
                                <a:schemeClr val="bg1"/>
                              </a:gs>
                            </a:gsLst>
                            <a:lin ang="5400000" scaled="0"/>
                          </a:gradFill>
                          <a:latin typeface="+mn-lt"/>
                          <a:ea typeface="+mn-ea"/>
                          <a:cs typeface="Segoe UI Semibold" panose="020B0702040204020203" pitchFamily="34" charset="0"/>
                        </a:rPr>
                        <a:t>leader</a:t>
                      </a:r>
                    </a:p>
                  </a:txBody>
                  <a:tcPr marL="146284" marR="146284" marT="45713" marB="45713" anchor="ctr">
                    <a:lnL w="12700" cmpd="sng">
                      <a:noFill/>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60000"/>
                        <a:lumOff val="40000"/>
                      </a:schemeClr>
                    </a:solidFill>
                  </a:tcPr>
                </a:tc>
                <a:tc>
                  <a:txBody>
                    <a:bodyPr/>
                    <a:lstStyle/>
                    <a:p>
                      <a:pPr marL="0" algn="l" defTabSz="914180" rtl="0" eaLnBrk="1" latinLnBrk="0" hangingPunct="1"/>
                      <a:r>
                        <a:rPr lang="en-US" sz="1200" b="1" kern="1200" spc="30" baseline="0">
                          <a:gradFill>
                            <a:gsLst>
                              <a:gs pos="83186">
                                <a:schemeClr val="bg1"/>
                              </a:gs>
                              <a:gs pos="59000">
                                <a:schemeClr val="bg1"/>
                              </a:gs>
                            </a:gsLst>
                            <a:lin ang="5400000" scaled="0"/>
                          </a:gradFill>
                          <a:latin typeface="+mn-lt"/>
                          <a:ea typeface="+mn-ea"/>
                          <a:cs typeface="Segoe UI Semibold" panose="020B0702040204020203" pitchFamily="34" charset="0"/>
                        </a:rPr>
                        <a:t>Core strengths</a:t>
                      </a:r>
                    </a:p>
                  </a:txBody>
                  <a:tcPr marL="146284" marR="146284" marT="45713" marB="45713"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75000"/>
                      </a:schemeClr>
                    </a:solidFill>
                  </a:tcPr>
                </a:tc>
                <a:tc>
                  <a:txBody>
                    <a:bodyPr/>
                    <a:lstStyle/>
                    <a:p>
                      <a:pPr marL="0" algn="l" defTabSz="914180" rtl="0" eaLnBrk="1" latinLnBrk="0" hangingPunct="1"/>
                      <a:r>
                        <a:rPr lang="en-US" sz="1200" b="1" kern="1200" spc="30" baseline="0">
                          <a:gradFill>
                            <a:gsLst>
                              <a:gs pos="83186">
                                <a:schemeClr val="bg1"/>
                              </a:gs>
                              <a:gs pos="59000">
                                <a:schemeClr val="bg1"/>
                              </a:gs>
                            </a:gsLst>
                            <a:lin ang="5400000" scaled="0"/>
                          </a:gradFill>
                          <a:latin typeface="+mn-lt"/>
                          <a:ea typeface="+mn-ea"/>
                          <a:cs typeface="Segoe UI Semibold" panose="020B0702040204020203" pitchFamily="34" charset="0"/>
                        </a:rPr>
                        <a:t>Development areas &amp; actions </a:t>
                      </a:r>
                    </a:p>
                  </a:txBody>
                  <a:tcPr marL="146284" marR="146284" marT="45713" marB="45713" anchor="ctr">
                    <a:lnL w="1905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003963"/>
                    </a:solidFill>
                  </a:tcPr>
                </a:tc>
                <a:extLst>
                  <a:ext uri="{0D108BD9-81ED-4DB2-BD59-A6C34878D82A}">
                    <a16:rowId xmlns:a16="http://schemas.microsoft.com/office/drawing/2014/main" val="10000"/>
                  </a:ext>
                </a:extLst>
              </a:tr>
              <a:tr h="5108965">
                <a:tc>
                  <a:txBody>
                    <a:bodyPr/>
                    <a:lstStyle/>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5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Career goal: </a:t>
                      </a: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Country Manager</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5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Potential Next Role: </a:t>
                      </a: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OU Leader</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Time to move: </a:t>
                      </a: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FY25</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Willingness To Relocate: </a:t>
                      </a: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Yes, after FY26</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Relocation Options: </a:t>
                      </a: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Anywhere US; UK or Germany, Australia</a:t>
                      </a:r>
                      <a:endParaRPr kumimoji="0" lang="en-US" sz="9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Language(s): </a:t>
                      </a: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English, some German and French</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2581"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Recent Impact: </a:t>
                      </a:r>
                    </a:p>
                    <a:p>
                      <a:pPr marL="171450" indent="-171450" algn="l">
                        <a:buChar char="•"/>
                      </a:pPr>
                      <a:r>
                        <a:rPr kumimoji="0" lang="en-US" sz="9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Overperformed in first year </a:t>
                      </a:r>
                      <a:r>
                        <a:rPr kumimoji="0" lang="en-US" sz="900" b="0" i="0" u="none" strike="noStrike" kern="1200" cap="none" spc="0" normalizeH="0" baseline="0">
                          <a:ln>
                            <a:noFill/>
                          </a:ln>
                          <a:solidFill>
                            <a:srgbClr val="000000"/>
                          </a:solidFill>
                          <a:effectLst/>
                          <a:uLnTx/>
                          <a:uFillTx/>
                          <a:latin typeface="+mn-lt"/>
                          <a:ea typeface="+mn-ea"/>
                          <a:cs typeface="+mn-cs"/>
                        </a:rPr>
                        <a:t>in role, 2</a:t>
                      </a:r>
                      <a:r>
                        <a:rPr kumimoji="0" lang="en-US" sz="9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6% growth YoY </a:t>
                      </a:r>
                    </a:p>
                    <a:p>
                      <a:pPr marL="171450" indent="-171450" algn="l">
                        <a:buChar char="•"/>
                      </a:pPr>
                      <a:r>
                        <a:rPr kumimoji="0" lang="en-US" sz="9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Launched new ERG Learning Cohort with 55% Sr Leaders engaged as mentors and 250 participants</a:t>
                      </a:r>
                    </a:p>
                    <a:p>
                      <a:pPr marL="171450" marR="0" lvl="0" indent="-171450" algn="l" defTabSz="932742" rtl="0" eaLnBrk="1" fontAlgn="auto" latinLnBrk="0" hangingPunct="1">
                        <a:lnSpc>
                          <a:spcPct val="100000"/>
                        </a:lnSpc>
                        <a:spcBef>
                          <a:spcPts val="0"/>
                        </a:spcBef>
                        <a:spcAft>
                          <a:spcPts val="0"/>
                        </a:spcAft>
                        <a:buClrTx/>
                        <a:buSzTx/>
                        <a:buFontTx/>
                        <a:buChar char="•"/>
                        <a:tabLst/>
                        <a:defRPr/>
                      </a:pPr>
                      <a:r>
                        <a:rPr kumimoji="0" lang="en-US" sz="9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Built a resilient leadership team who can execute in the face of changing leadership</a:t>
                      </a:r>
                    </a:p>
                    <a:p>
                      <a:pPr marL="171450" indent="-171450" algn="l">
                        <a:buChar char="•"/>
                      </a:pPr>
                      <a:r>
                        <a:rPr kumimoji="0" lang="en-US" sz="9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Microsoft Leader of the Year, 2013</a:t>
                      </a:r>
                    </a:p>
                    <a:p>
                      <a:pPr marL="171450" indent="-171450" algn="l">
                        <a:buChar char="•"/>
                      </a:pPr>
                      <a:r>
                        <a:rPr kumimoji="0" lang="en-US" sz="9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Microsoft Gold Club, 2014</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900" b="1"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1"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Education (school and degree): </a:t>
                      </a:r>
                    </a:p>
                    <a:p>
                      <a:pPr marL="0" marR="0" lvl="0" indent="0" algn="l" defTabSz="913453" rtl="0" eaLnBrk="1" fontAlgn="auto" latinLnBrk="0" hangingPunct="1">
                        <a:lnSpc>
                          <a:spcPct val="95000"/>
                        </a:lnSpc>
                        <a:spcBef>
                          <a:spcPts val="0"/>
                        </a:spcBef>
                        <a:spcAft>
                          <a:spcPts val="0"/>
                        </a:spcAft>
                        <a:buClrTx/>
                        <a:buSzTx/>
                        <a:buFontTx/>
                        <a:buNone/>
                        <a:tabLst/>
                        <a:defRPr/>
                      </a:pPr>
                      <a:r>
                        <a:rPr kumimoji="0" lang="en-US" sz="9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Minnesota State University Moorhead, BA Business Admin 
Minnesota State University Moorhead, Masters Org  Leadership </a:t>
                      </a:r>
                    </a:p>
                    <a:p>
                      <a:pPr marL="0" marR="0" lvl="0" indent="0" algn="l" defTabSz="913453" rtl="0" eaLnBrk="1" fontAlgn="auto" latinLnBrk="0" hangingPunct="1">
                        <a:lnSpc>
                          <a:spcPct val="95000"/>
                        </a:lnSpc>
                        <a:spcBef>
                          <a:spcPts val="0"/>
                        </a:spcBef>
                        <a:spcAft>
                          <a:spcPts val="0"/>
                        </a:spcAft>
                        <a:buClrTx/>
                        <a:buSzTx/>
                        <a:buFontTx/>
                        <a:buNone/>
                        <a:tabLst/>
                        <a:defRPr/>
                      </a:pPr>
                      <a:endParaRPr kumimoji="0" lang="en-US" sz="500" b="0" i="0" u="none" strike="noStrike" kern="1200" cap="none" spc="0" normalizeH="0" baseline="0" noProof="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txBody>
                  <a:tcPr marL="146284" marR="146284" marT="91427" marB="91427">
                    <a:lnL w="12700" cmpd="sng">
                      <a:noFill/>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000" b="1"/>
                        <a:t>Core Strengths </a:t>
                      </a:r>
                    </a:p>
                    <a:p>
                      <a:r>
                        <a:rPr lang="en-US" sz="1000" b="1"/>
                        <a:t>Executive Maturity: </a:t>
                      </a:r>
                      <a:r>
                        <a:rPr lang="en-US" sz="1000" b="0"/>
                        <a:t>Mature sales leader with situational self-awareness.</a:t>
                      </a:r>
                    </a:p>
                    <a:p>
                      <a:endParaRPr lang="en-US" sz="1000" b="0"/>
                    </a:p>
                    <a:p>
                      <a:r>
                        <a:rPr lang="en-US" sz="1000" b="1"/>
                        <a:t>Sales Leadership: </a:t>
                      </a:r>
                      <a:r>
                        <a:rPr lang="en-US" sz="1000" b="0"/>
                        <a:t>Diverse sales leadership from multiple tours of duty at Microsoft. Leads with customer top of mind always. A</a:t>
                      </a:r>
                      <a:r>
                        <a:rPr lang="en-US" sz="1000" b="0" i="0" kern="1200">
                          <a:solidFill>
                            <a:srgbClr val="505050"/>
                          </a:solidFill>
                          <a:effectLst/>
                          <a:latin typeface="+mn-lt"/>
                          <a:ea typeface="+mn-ea"/>
                          <a:cs typeface="+mn-cs"/>
                        </a:rPr>
                        <a:t>bility to orchestrate, mobilize and influence execution.</a:t>
                      </a:r>
                      <a:endParaRPr lang="en-US" sz="1000" b="0"/>
                    </a:p>
                    <a:p>
                      <a:endParaRPr lang="en-US" sz="1000" b="0"/>
                    </a:p>
                    <a:p>
                      <a:r>
                        <a:rPr lang="en-US" sz="1000" b="1"/>
                        <a:t>People Leadership: </a:t>
                      </a:r>
                      <a:r>
                        <a:rPr lang="en-US" sz="1000" b="0"/>
                        <a:t>Inspirational and empathetic leader who fosters resiliency and loyalty in teams to help them deal with change. Excellent coach.</a:t>
                      </a:r>
                    </a:p>
                    <a:p>
                      <a:endParaRPr lang="en-US" sz="1000"/>
                    </a:p>
                  </a:txBody>
                  <a:tcPr marL="146284" marR="146284" marT="91427" marB="91427">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000" b="1"/>
                        <a:t>Development areas </a:t>
                      </a:r>
                    </a:p>
                    <a:p>
                      <a:r>
                        <a:rPr lang="en-US" sz="1000" b="1"/>
                        <a:t>Leading at Scale</a:t>
                      </a:r>
                    </a:p>
                    <a:p>
                      <a:r>
                        <a:rPr lang="en-US" sz="1000" b="1"/>
                        <a:t>Transformational Leadership</a:t>
                      </a:r>
                    </a:p>
                    <a:p>
                      <a:endParaRPr lang="en-US" sz="1000"/>
                    </a:p>
                    <a:p>
                      <a:r>
                        <a:rPr lang="en-US" sz="1000" b="1"/>
                        <a:t>Development actions: </a:t>
                      </a:r>
                    </a:p>
                    <a:p>
                      <a:r>
                        <a:rPr lang="en-US" sz="1000" b="0" i="0" kern="1200">
                          <a:solidFill>
                            <a:srgbClr val="505050"/>
                          </a:solidFill>
                          <a:effectLst/>
                          <a:latin typeface="+mn-lt"/>
                          <a:ea typeface="+mn-ea"/>
                          <a:cs typeface="+mn-cs"/>
                        </a:rPr>
                        <a:t>Leading at Scale: Nurture a true </a:t>
                      </a:r>
                      <a:r>
                        <a:rPr lang="en-US" sz="1000" b="0" i="0" kern="1200" err="1">
                          <a:solidFill>
                            <a:srgbClr val="505050"/>
                          </a:solidFill>
                          <a:effectLst/>
                          <a:latin typeface="+mn-lt"/>
                          <a:ea typeface="+mn-ea"/>
                          <a:cs typeface="+mn-cs"/>
                        </a:rPr>
                        <a:t>OneMicrosoft</a:t>
                      </a:r>
                      <a:r>
                        <a:rPr lang="en-US" sz="1000" b="0" i="0" kern="1200">
                          <a:solidFill>
                            <a:srgbClr val="505050"/>
                          </a:solidFill>
                          <a:effectLst/>
                          <a:latin typeface="+mn-lt"/>
                          <a:ea typeface="+mn-ea"/>
                          <a:cs typeface="+mn-cs"/>
                        </a:rPr>
                        <a:t> culture and accelerate scaling through partners</a:t>
                      </a:r>
                    </a:p>
                    <a:p>
                      <a:endParaRPr lang="en-US" sz="1000" b="0" i="0" kern="1200">
                        <a:solidFill>
                          <a:srgbClr val="505050"/>
                        </a:solidFill>
                        <a:effectLst/>
                        <a:latin typeface="+mn-lt"/>
                        <a:ea typeface="+mn-ea"/>
                        <a:cs typeface="+mn-cs"/>
                      </a:endParaRPr>
                    </a:p>
                    <a:p>
                      <a:r>
                        <a:rPr lang="en-US" sz="1000" b="0" i="0" kern="1200">
                          <a:solidFill>
                            <a:srgbClr val="505050"/>
                          </a:solidFill>
                          <a:effectLst/>
                          <a:latin typeface="+mn-lt"/>
                          <a:ea typeface="+mn-ea"/>
                          <a:cs typeface="+mn-cs"/>
                        </a:rPr>
                        <a:t>Transformational Leadership: Set leadership and market growth agenda, ensure a shared understanding, excel as leader of leaders, refine strategic decision making, tenaciously pursue the right outcomes.</a:t>
                      </a:r>
                    </a:p>
                  </a:txBody>
                  <a:tcPr marL="146284" marR="146284" marT="91427" marB="91427">
                    <a:lnL w="19050" cap="flat" cmpd="sng" algn="ctr">
                      <a:solidFill>
                        <a:schemeClr val="bg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sp>
        <p:nvSpPr>
          <p:cNvPr id="66" name="Rectangle 65"/>
          <p:cNvSpPr/>
          <p:nvPr/>
        </p:nvSpPr>
        <p:spPr>
          <a:xfrm>
            <a:off x="652452" y="2130089"/>
            <a:ext cx="1274512" cy="665247"/>
          </a:xfrm>
          <a:prstGeom prst="rect">
            <a:avLst/>
          </a:prstGeom>
          <a:noFill/>
        </p:spPr>
        <p:txBody>
          <a:bodyPr wrap="none" lIns="186371" tIns="149098" rIns="186371" bIns="149098" rtlCol="0">
            <a:spAutoFit/>
          </a:bodyPr>
          <a:lstStyle/>
          <a:p>
            <a:pPr marL="0" marR="0" lvl="0" indent="0" algn="ctr" defTabSz="931769" rtl="0" eaLnBrk="1" fontAlgn="auto" latinLnBrk="0" hangingPunct="1">
              <a:lnSpc>
                <a:spcPct val="90000"/>
              </a:lnSpc>
              <a:spcBef>
                <a:spcPts val="0"/>
              </a:spcBef>
              <a:spcAft>
                <a:spcPts val="0"/>
              </a:spcAft>
              <a:buClrTx/>
              <a:buSzTx/>
              <a:buFontTx/>
              <a:buNone/>
              <a:tabLst/>
              <a:defRPr/>
            </a:pPr>
            <a:r>
              <a:rPr kumimoji="0" lang="en-US" sz="1529" b="1" i="0" u="none" strike="noStrike" kern="1200" cap="none" spc="0" normalizeH="0" baseline="0" noProof="0">
                <a:ln>
                  <a:noFill/>
                </a:ln>
                <a:solidFill>
                  <a:srgbClr val="000000">
                    <a:lumMod val="75000"/>
                    <a:lumOff val="25000"/>
                  </a:srgbClr>
                </a:solidFill>
                <a:effectLst/>
                <a:uLnTx/>
                <a:uFillTx/>
                <a:latin typeface="Segoe Pro Light" panose="020B0302040504020203" pitchFamily="34" charset="0"/>
                <a:ea typeface="+mn-ea"/>
                <a:cs typeface="+mn-cs"/>
              </a:rPr>
              <a:t>History</a:t>
            </a:r>
          </a:p>
          <a:p>
            <a:pPr marL="0" marR="0" lvl="0" indent="0" algn="ctr" defTabSz="931769" rtl="0" eaLnBrk="1" fontAlgn="auto" latinLnBrk="0" hangingPunct="1">
              <a:lnSpc>
                <a:spcPct val="9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lumMod val="75000"/>
                    <a:lumOff val="25000"/>
                  </a:srgbClr>
                </a:solidFill>
                <a:effectLst/>
                <a:uLnTx/>
                <a:uFillTx/>
                <a:latin typeface="Segoe Pro Light" panose="020B0302040504020203" pitchFamily="34" charset="0"/>
                <a:ea typeface="+mn-ea"/>
                <a:cs typeface="+mn-cs"/>
              </a:rPr>
              <a:t>Prior 10 years</a:t>
            </a:r>
          </a:p>
        </p:txBody>
      </p:sp>
      <p:graphicFrame>
        <p:nvGraphicFramePr>
          <p:cNvPr id="94" name="Table 93" title="Progress Table"/>
          <p:cNvGraphicFramePr>
            <a:graphicFrameLocks noGrp="1"/>
          </p:cNvGraphicFramePr>
          <p:nvPr/>
        </p:nvGraphicFramePr>
        <p:xfrm>
          <a:off x="5714709" y="5011882"/>
          <a:ext cx="6312242" cy="1514958"/>
        </p:xfrm>
        <a:graphic>
          <a:graphicData uri="http://schemas.openxmlformats.org/drawingml/2006/table">
            <a:tbl>
              <a:tblPr firstRow="1" bandRow="1">
                <a:tableStyleId>{5C22544A-7EE6-4342-B048-85BDC9FD1C3A}</a:tableStyleId>
              </a:tblPr>
              <a:tblGrid>
                <a:gridCol w="6312242">
                  <a:extLst>
                    <a:ext uri="{9D8B030D-6E8A-4147-A177-3AD203B41FA5}">
                      <a16:colId xmlns:a16="http://schemas.microsoft.com/office/drawing/2014/main" val="20000"/>
                    </a:ext>
                  </a:extLst>
                </a:gridCol>
              </a:tblGrid>
              <a:tr h="600605">
                <a:tc>
                  <a:txBody>
                    <a:bodyPr/>
                    <a:lstStyle/>
                    <a:p>
                      <a:pPr marL="0" algn="l" defTabSz="914180" rtl="0" eaLnBrk="1" latinLnBrk="0" hangingPunct="1"/>
                      <a:r>
                        <a:rPr lang="en-US" sz="1600" b="1" kern="1200" spc="30" baseline="0">
                          <a:gradFill>
                            <a:gsLst>
                              <a:gs pos="83186">
                                <a:schemeClr val="bg1"/>
                              </a:gs>
                              <a:gs pos="59000">
                                <a:schemeClr val="bg1"/>
                              </a:gs>
                            </a:gsLst>
                            <a:lin ang="5400000" scaled="0"/>
                          </a:gradFill>
                          <a:latin typeface="+mj-lt"/>
                          <a:ea typeface="+mn-ea"/>
                          <a:cs typeface="+mn-cs"/>
                        </a:rPr>
                        <a:t>Progress/actions since last review</a:t>
                      </a:r>
                    </a:p>
                    <a:p>
                      <a:pPr marL="0" algn="l" defTabSz="914180" rtl="0" eaLnBrk="1" latinLnBrk="0" hangingPunct="1"/>
                      <a:r>
                        <a:rPr lang="en-US" sz="1200" b="0" kern="1200" spc="30" baseline="0">
                          <a:gradFill>
                            <a:gsLst>
                              <a:gs pos="83186">
                                <a:schemeClr val="bg1"/>
                              </a:gs>
                              <a:gs pos="59000">
                                <a:schemeClr val="bg1"/>
                              </a:gs>
                            </a:gsLst>
                            <a:lin ang="5400000" scaled="0"/>
                          </a:gradFill>
                          <a:latin typeface="+mn-lt"/>
                          <a:ea typeface="+mn-ea"/>
                          <a:cs typeface="+mn-cs"/>
                        </a:rPr>
                        <a:t>(Last 6 months)</a:t>
                      </a:r>
                    </a:p>
                  </a:txBody>
                  <a:tcPr marL="146284" marR="146284" marT="45713" marB="45713">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003963"/>
                    </a:solidFill>
                  </a:tcPr>
                </a:tc>
                <a:extLst>
                  <a:ext uri="{0D108BD9-81ED-4DB2-BD59-A6C34878D82A}">
                    <a16:rowId xmlns:a16="http://schemas.microsoft.com/office/drawing/2014/main" val="10000"/>
                  </a:ext>
                </a:extLst>
              </a:tr>
              <a:tr h="914353">
                <a:tc>
                  <a:txBody>
                    <a:bodyPr/>
                    <a:lstStyle/>
                    <a:p>
                      <a:pPr marL="171450" indent="-171450" defTabSz="913453">
                        <a:lnSpc>
                          <a:spcPct val="95000"/>
                        </a:lnSpc>
                        <a:buFont typeface="Arial" panose="020B0604020202020204" pitchFamily="34" charset="0"/>
                        <a:buChar char="•"/>
                        <a:defRPr/>
                      </a:pPr>
                      <a:r>
                        <a:rPr kumimoji="0" lang="en-US" sz="10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Completing 18-month Leadership Program. </a:t>
                      </a:r>
                    </a:p>
                    <a:p>
                      <a:pPr marL="171450" indent="-171450" defTabSz="913453">
                        <a:lnSpc>
                          <a:spcPct val="95000"/>
                        </a:lnSpc>
                        <a:buFont typeface="Arial" panose="020B0604020202020204" pitchFamily="34" charset="0"/>
                        <a:buChar char="•"/>
                        <a:defRPr/>
                      </a:pPr>
                      <a:r>
                        <a:rPr kumimoji="0" lang="en-US" sz="10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Building relationships with A14 Leaders, Regional AVPs and WCB leadership. </a:t>
                      </a:r>
                    </a:p>
                    <a:p>
                      <a:pPr marL="171450" indent="-171450" defTabSz="913453">
                        <a:lnSpc>
                          <a:spcPct val="95000"/>
                        </a:lnSpc>
                        <a:buFont typeface="Arial" panose="020B0604020202020204" pitchFamily="34" charset="0"/>
                        <a:buChar char="•"/>
                        <a:defRPr/>
                      </a:pPr>
                      <a:r>
                        <a:rPr kumimoji="0" lang="en-US" sz="10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Engaged in mentor relationship with Donald Duck and reverse mentoring with accelerating, EIC diverse talent.</a:t>
                      </a:r>
                    </a:p>
                    <a:p>
                      <a:pPr marL="171450" indent="-171450" defTabSz="913453">
                        <a:lnSpc>
                          <a:spcPct val="95000"/>
                        </a:lnSpc>
                        <a:buFont typeface="Arial" panose="020B0604020202020204" pitchFamily="34" charset="0"/>
                        <a:buChar char="•"/>
                        <a:defRPr/>
                      </a:pPr>
                      <a:r>
                        <a:rPr kumimoji="0" lang="en-US" sz="10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rPr>
                        <a:t>Continuing with an executive coach with focus on transformational leadership at scale. </a:t>
                      </a:r>
                      <a:endParaRPr kumimoji="0" sz="1000" b="0" i="0" u="none" strike="noStrike" kern="1200" cap="none" spc="0" normalizeH="0" baseline="0">
                        <a:ln>
                          <a:noFill/>
                        </a:ln>
                        <a:gradFill>
                          <a:gsLst>
                            <a:gs pos="5645">
                              <a:schemeClr val="tx1">
                                <a:lumMod val="85000"/>
                                <a:lumOff val="15000"/>
                              </a:schemeClr>
                            </a:gs>
                            <a:gs pos="23894">
                              <a:schemeClr val="tx1">
                                <a:lumMod val="85000"/>
                                <a:lumOff val="15000"/>
                              </a:schemeClr>
                            </a:gs>
                          </a:gsLst>
                          <a:lin ang="5400000" scaled="0"/>
                        </a:gradFill>
                        <a:effectLst/>
                        <a:uLnTx/>
                        <a:uFillTx/>
                        <a:latin typeface="+mn-lt"/>
                        <a:ea typeface="+mn-ea"/>
                        <a:cs typeface="+mn-cs"/>
                      </a:endParaRPr>
                    </a:p>
                  </a:txBody>
                  <a:tcPr marL="146284" marR="146284" marT="91427" marB="91427">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1" name="Slide Number Placeholder 4">
            <a:extLst>
              <a:ext uri="{FF2B5EF4-FFF2-40B4-BE49-F238E27FC236}">
                <a16:creationId xmlns:a16="http://schemas.microsoft.com/office/drawing/2014/main" id="{9FFC83B7-636D-411D-9E2C-8C4387411454}"/>
              </a:ext>
            </a:extLst>
          </p:cNvPr>
          <p:cNvSpPr txBox="1">
            <a:spLocks/>
          </p:cNvSpPr>
          <p:nvPr/>
        </p:nvSpPr>
        <p:spPr>
          <a:xfrm>
            <a:off x="9102381" y="6510114"/>
            <a:ext cx="2901432" cy="372341"/>
          </a:xfrm>
          <a:prstGeom prst="rect">
            <a:avLst/>
          </a:prstGeom>
        </p:spPr>
        <p:txBody>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r" defTabSz="932563"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a:ln>
                  <a:noFill/>
                </a:ln>
                <a:solidFill>
                  <a:srgbClr val="000000"/>
                </a:solidFill>
                <a:effectLst/>
                <a:uLnTx/>
                <a:uFillTx/>
                <a:latin typeface="Segoe UI Light"/>
                <a:ea typeface="+mn-ea"/>
                <a:cs typeface="+mn-cs"/>
              </a:rPr>
              <a:pPr marL="0" marR="0" lvl="0" indent="0" algn="r" defTabSz="932563"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srgbClr val="000000"/>
              </a:solidFill>
              <a:effectLst/>
              <a:uLnTx/>
              <a:uFillTx/>
              <a:latin typeface="Segoe UI Light"/>
              <a:ea typeface="+mn-ea"/>
              <a:cs typeface="+mn-cs"/>
            </a:endParaRPr>
          </a:p>
        </p:txBody>
      </p:sp>
      <p:graphicFrame>
        <p:nvGraphicFramePr>
          <p:cNvPr id="28" name="Table 27" title="History Table">
            <a:extLst>
              <a:ext uri="{FF2B5EF4-FFF2-40B4-BE49-F238E27FC236}">
                <a16:creationId xmlns:a16="http://schemas.microsoft.com/office/drawing/2014/main" id="{EE57D215-52D7-4070-9EAF-BD7424921179}"/>
              </a:ext>
            </a:extLst>
          </p:cNvPr>
          <p:cNvGraphicFramePr>
            <a:graphicFrameLocks noGrp="1"/>
          </p:cNvGraphicFramePr>
          <p:nvPr/>
        </p:nvGraphicFramePr>
        <p:xfrm>
          <a:off x="224130" y="2672579"/>
          <a:ext cx="2120321" cy="3462537"/>
        </p:xfrm>
        <a:graphic>
          <a:graphicData uri="http://schemas.openxmlformats.org/drawingml/2006/table">
            <a:tbl>
              <a:tblPr firstRow="1" bandRow="1">
                <a:tableStyleId>{5C22544A-7EE6-4342-B048-85BDC9FD1C3A}</a:tableStyleId>
              </a:tblPr>
              <a:tblGrid>
                <a:gridCol w="1005698">
                  <a:extLst>
                    <a:ext uri="{9D8B030D-6E8A-4147-A177-3AD203B41FA5}">
                      <a16:colId xmlns:a16="http://schemas.microsoft.com/office/drawing/2014/main" val="20000"/>
                    </a:ext>
                  </a:extLst>
                </a:gridCol>
                <a:gridCol w="1114623">
                  <a:extLst>
                    <a:ext uri="{9D8B030D-6E8A-4147-A177-3AD203B41FA5}">
                      <a16:colId xmlns:a16="http://schemas.microsoft.com/office/drawing/2014/main" val="20001"/>
                    </a:ext>
                  </a:extLst>
                </a:gridCol>
              </a:tblGrid>
              <a:tr h="364124">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Year - Year</a:t>
                      </a:r>
                    </a:p>
                  </a:txBody>
                  <a:tcPr marL="45713" marR="0" marT="27428" marB="27428"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a:t>
                      </a:r>
                    </a:p>
                  </a:txBody>
                  <a:tcPr marL="137141" marR="0" marT="27428" marB="27428"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91997">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indent="0" algn="l" defTabSz="912581" rtl="0" eaLnBrk="1" fontAlgn="auto" latinLnBrk="0" hangingPunct="1">
                        <a:lnSpc>
                          <a:spcPct val="100000"/>
                        </a:lnSpc>
                        <a:spcBef>
                          <a:spcPts val="200"/>
                        </a:spcBef>
                        <a:spcAft>
                          <a:spcPts val="0"/>
                        </a:spcAft>
                        <a:buClrTx/>
                        <a:buSzTx/>
                        <a:buFontTx/>
                        <a:buNone/>
                        <a:tabLst/>
                        <a:defRPr/>
                      </a:pPr>
                      <a:endPar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364124">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Year - Year</a:t>
                      </a:r>
                    </a:p>
                  </a:txBody>
                  <a:tcPr marL="45713" marR="0" marT="27428" marB="27428"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a:t>
                      </a:r>
                    </a:p>
                  </a:txBody>
                  <a:tcPr marL="137141" marR="0" marT="27428" marB="27428"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91997">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algn="l" defTabSz="912581" rtl="0" eaLnBrk="1" latinLnBrk="0" hangingPunct="1">
                        <a:lnSpc>
                          <a:spcPct val="100000"/>
                        </a:lnSpc>
                        <a:spcBef>
                          <a:spcPts val="200"/>
                        </a:spcBef>
                      </a:pP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364124">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Year - Year</a:t>
                      </a:r>
                    </a:p>
                  </a:txBody>
                  <a:tcPr marL="45713" marR="0" marT="27428" marB="27428"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a:t>
                      </a:r>
                    </a:p>
                  </a:txBody>
                  <a:tcPr marL="137141" marR="0" marT="27428" marB="27428"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191997">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algn="l" defTabSz="912581" rtl="0" eaLnBrk="1" latinLnBrk="0" hangingPunct="1">
                        <a:lnSpc>
                          <a:spcPct val="100000"/>
                        </a:lnSpc>
                        <a:spcBef>
                          <a:spcPts val="200"/>
                        </a:spcBef>
                      </a:pP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364124">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Year - Year</a:t>
                      </a:r>
                    </a:p>
                  </a:txBody>
                  <a:tcPr marL="45713" marR="0" marT="27428" marB="27428"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a:t>
                      </a:r>
                    </a:p>
                  </a:txBody>
                  <a:tcPr marL="137141" marR="0" marT="27428" marB="27428"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191997">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algn="l" defTabSz="912581" rtl="0" eaLnBrk="1" latinLnBrk="0" hangingPunct="1">
                        <a:lnSpc>
                          <a:spcPct val="100000"/>
                        </a:lnSpc>
                        <a:spcBef>
                          <a:spcPts val="200"/>
                        </a:spcBef>
                      </a:pP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7"/>
                  </a:ext>
                </a:extLst>
              </a:tr>
              <a:tr h="364124">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Year - Year</a:t>
                      </a:r>
                    </a:p>
                  </a:txBody>
                  <a:tcPr marL="45713" marR="0" marT="27428" marB="27428"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a:t>
                      </a:r>
                    </a:p>
                  </a:txBody>
                  <a:tcPr marL="137141" marR="0" marT="27428" marB="27428"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191997">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algn="l" defTabSz="912581" rtl="0" eaLnBrk="1" latinLnBrk="0" hangingPunct="1">
                        <a:lnSpc>
                          <a:spcPct val="100000"/>
                        </a:lnSpc>
                        <a:spcBef>
                          <a:spcPts val="200"/>
                        </a:spcBef>
                      </a:pPr>
                      <a:endPar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9"/>
                  </a:ext>
                </a:extLst>
              </a:tr>
              <a:tr h="358054">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Year - Year</a:t>
                      </a:r>
                    </a:p>
                  </a:txBody>
                  <a:tcPr marL="45713" marR="0" marT="27428" marB="27428"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2581" rtl="0" eaLnBrk="1" fontAlgn="auto" latinLnBrk="0" hangingPunct="1">
                        <a:lnSpc>
                          <a:spcPct val="100000"/>
                        </a:lnSpc>
                        <a:spcBef>
                          <a:spcPts val="200"/>
                        </a:spcBef>
                        <a:spcAft>
                          <a:spcPts val="0"/>
                        </a:spcAft>
                        <a:buClrTx/>
                        <a:buSzTx/>
                        <a:buFontTx/>
                        <a:buNone/>
                        <a:tabLst/>
                        <a:defRPr/>
                      </a:pPr>
                      <a:r>
                        <a:rPr lang="en-US" sz="11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rPr>
                        <a:t>Company</a:t>
                      </a:r>
                    </a:p>
                  </a:txBody>
                  <a:tcPr marL="137141" marR="0" marT="27428" marB="27428"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323783">
                <a:tc gridSpan="2">
                  <a:txBody>
                    <a:bodyPr/>
                    <a:lstStyle/>
                    <a:p>
                      <a:pPr marL="0" marR="0" indent="0" algn="ctr" defTabSz="912581" rtl="0" eaLnBrk="1" fontAlgn="auto" latinLnBrk="0" hangingPunct="1">
                        <a:lnSpc>
                          <a:spcPct val="100000"/>
                        </a:lnSpc>
                        <a:spcBef>
                          <a:spcPts val="200"/>
                        </a:spcBef>
                        <a:spcAft>
                          <a:spcPts val="0"/>
                        </a:spcAft>
                        <a:buClrTx/>
                        <a:buSzTx/>
                        <a:buFontTx/>
                        <a:buNone/>
                        <a:tabLst/>
                        <a:defRPr/>
                      </a:pPr>
                      <a:r>
                        <a:rPr lang="en-US" sz="900" b="0" kern="1200">
                          <a:gradFill>
                            <a:gsLst>
                              <a:gs pos="8065">
                                <a:schemeClr val="tx1">
                                  <a:lumMod val="85000"/>
                                  <a:lumOff val="15000"/>
                                </a:schemeClr>
                              </a:gs>
                              <a:gs pos="23894">
                                <a:schemeClr val="tx1">
                                  <a:lumMod val="85000"/>
                                  <a:lumOff val="15000"/>
                                </a:schemeClr>
                              </a:gs>
                            </a:gsLst>
                            <a:lin ang="5400000" scaled="0"/>
                          </a:gradFill>
                          <a:latin typeface="Segoe UI Semilight" panose="020B0402040204020203" pitchFamily="34" charset="0"/>
                          <a:ea typeface="Segoe UI" pitchFamily="34" charset="0"/>
                          <a:cs typeface="Segoe UI Semilight" panose="020B0402040204020203" pitchFamily="34" charset="0"/>
                        </a:rPr>
                        <a:t>Title, Dept</a:t>
                      </a:r>
                    </a:p>
                  </a:txBody>
                  <a:tcPr marL="45713" marR="45713" marT="27428" marB="2742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indent="0" algn="l" defTabSz="912581" rtl="0" eaLnBrk="1" fontAlgn="auto" latinLnBrk="0" hangingPunct="1">
                        <a:lnSpc>
                          <a:spcPct val="100000"/>
                        </a:lnSpc>
                        <a:spcBef>
                          <a:spcPts val="200"/>
                        </a:spcBef>
                        <a:spcAft>
                          <a:spcPts val="0"/>
                        </a:spcAft>
                        <a:buClrTx/>
                        <a:buSzTx/>
                        <a:buFontTx/>
                        <a:buNone/>
                        <a:tabLst/>
                        <a:defRPr/>
                      </a:pPr>
                      <a:endParaRPr lang="en-US" sz="900" b="0" kern="1200">
                        <a:gradFill>
                          <a:gsLst>
                            <a:gs pos="8065">
                              <a:schemeClr val="tx1">
                                <a:lumMod val="85000"/>
                                <a:lumOff val="15000"/>
                              </a:schemeClr>
                            </a:gs>
                            <a:gs pos="23894">
                              <a:schemeClr val="tx1">
                                <a:lumMod val="85000"/>
                                <a:lumOff val="15000"/>
                              </a:schemeClr>
                            </a:gs>
                          </a:gsLst>
                          <a:lin ang="5400000" scaled="0"/>
                        </a:gradFill>
                        <a:latin typeface="+mn-lt"/>
                        <a:ea typeface="Segoe UI" pitchFamily="34" charset="0"/>
                        <a:cs typeface="Segoe UI" panose="020B0502040204020203" pitchFamily="34" charset="0"/>
                      </a:endParaRPr>
                    </a:p>
                  </a:txBody>
                  <a:tcPr marL="45720" marR="0" marT="27432" marB="27432">
                    <a:lnL w="9525" cap="flat" cmpd="sng" algn="ctr">
                      <a:solidFill>
                        <a:schemeClr val="bg1"/>
                      </a:solidFill>
                      <a:prstDash val="solid"/>
                      <a:round/>
                      <a:headEnd type="none" w="med" len="med"/>
                      <a:tailEnd type="none" w="med" len="med"/>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11"/>
                  </a:ext>
                </a:extLst>
              </a:tr>
            </a:tbl>
          </a:graphicData>
        </a:graphic>
      </p:graphicFrame>
      <p:sp>
        <p:nvSpPr>
          <p:cNvPr id="19" name="TextBox 18" descr="Hyperlink back to the chessboard slide." title="HyperLinkBackToChessboard">
            <a:extLst>
              <a:ext uri="{FF2B5EF4-FFF2-40B4-BE49-F238E27FC236}">
                <a16:creationId xmlns:a16="http://schemas.microsoft.com/office/drawing/2014/main" id="{FB0A73B7-2CFD-4792-9BA9-174EF1567A18}"/>
              </a:ext>
            </a:extLst>
          </p:cNvPr>
          <p:cNvSpPr txBox="1"/>
          <p:nvPr/>
        </p:nvSpPr>
        <p:spPr>
          <a:xfrm>
            <a:off x="10510828" y="466955"/>
            <a:ext cx="1681173" cy="244398"/>
          </a:xfrm>
          <a:prstGeom prst="rect">
            <a:avLst/>
          </a:prstGeom>
          <a:noFill/>
        </p:spPr>
        <p:txBody>
          <a:bodyPr wrap="square" lIns="179285" tIns="0" rIns="179285"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endParaRPr kumimoji="0" sz="1765" b="0" i="0" u="none" strike="noStrike" kern="1200" cap="none" spc="0" normalizeH="0" baseline="0" noProof="0">
              <a:ln>
                <a:noFill/>
              </a:ln>
              <a:solidFill>
                <a:srgbClr val="505050"/>
              </a:solidFill>
              <a:effectLst/>
              <a:uLnTx/>
              <a:uFillTx/>
              <a:latin typeface="Segoe UI"/>
              <a:ea typeface="+mn-ea"/>
              <a:cs typeface="+mn-cs"/>
            </a:endParaRPr>
          </a:p>
        </p:txBody>
      </p:sp>
      <p:pic>
        <p:nvPicPr>
          <p:cNvPr id="6" name="Graphic 5" descr="Female Profile outline">
            <a:extLst>
              <a:ext uri="{FF2B5EF4-FFF2-40B4-BE49-F238E27FC236}">
                <a16:creationId xmlns:a16="http://schemas.microsoft.com/office/drawing/2014/main" id="{95B15895-C245-FFFD-1497-3E217738A0D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7772" y="788594"/>
            <a:ext cx="914400" cy="914400"/>
          </a:xfrm>
          <a:prstGeom prst="rect">
            <a:avLst/>
          </a:prstGeom>
        </p:spPr>
      </p:pic>
      <p:sp>
        <p:nvSpPr>
          <p:cNvPr id="7" name="Oval 6">
            <a:extLst>
              <a:ext uri="{FF2B5EF4-FFF2-40B4-BE49-F238E27FC236}">
                <a16:creationId xmlns:a16="http://schemas.microsoft.com/office/drawing/2014/main" id="{5CBB6CEE-F658-31C6-A782-FA5DA70AD01B}"/>
              </a:ext>
            </a:extLst>
          </p:cNvPr>
          <p:cNvSpPr/>
          <p:nvPr/>
        </p:nvSpPr>
        <p:spPr bwMode="auto">
          <a:xfrm>
            <a:off x="827772" y="788594"/>
            <a:ext cx="914400" cy="934328"/>
          </a:xfrm>
          <a:prstGeom prst="ellipse">
            <a:avLst/>
          </a:prstGeom>
          <a:no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 name="TextBox 7">
            <a:extLst>
              <a:ext uri="{FF2B5EF4-FFF2-40B4-BE49-F238E27FC236}">
                <a16:creationId xmlns:a16="http://schemas.microsoft.com/office/drawing/2014/main" id="{70314341-9136-974D-5983-8767531A7A3B}"/>
              </a:ext>
            </a:extLst>
          </p:cNvPr>
          <p:cNvSpPr txBox="1"/>
          <p:nvPr/>
        </p:nvSpPr>
        <p:spPr>
          <a:xfrm>
            <a:off x="841146" y="1786761"/>
            <a:ext cx="880689" cy="447815"/>
          </a:xfrm>
          <a:prstGeom prst="rect">
            <a:avLst/>
          </a:prstGeom>
          <a:noFill/>
        </p:spPr>
        <p:txBody>
          <a:bodyPr wrap="non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100" b="0" i="0" u="none" strike="noStrike" kern="1200" cap="none" spc="0" normalizeH="0" baseline="0" noProof="0">
                <a:ln>
                  <a:noFill/>
                </a:ln>
                <a:gradFill>
                  <a:gsLst>
                    <a:gs pos="2917">
                      <a:srgbClr val="505050"/>
                    </a:gs>
                    <a:gs pos="30000">
                      <a:srgbClr val="505050"/>
                    </a:gs>
                  </a:gsLst>
                  <a:lin ang="5400000" scaled="0"/>
                </a:gradFill>
                <a:effectLst/>
                <a:uLnTx/>
                <a:uFillTx/>
                <a:latin typeface="Segoe UI"/>
                <a:ea typeface="+mn-ea"/>
                <a:cs typeface="+mn-cs"/>
              </a:rPr>
              <a:t>Level: xx</a:t>
            </a:r>
          </a:p>
        </p:txBody>
      </p:sp>
      <p:sp>
        <p:nvSpPr>
          <p:cNvPr id="9" name="TextBox 8">
            <a:extLst>
              <a:ext uri="{FF2B5EF4-FFF2-40B4-BE49-F238E27FC236}">
                <a16:creationId xmlns:a16="http://schemas.microsoft.com/office/drawing/2014/main" id="{EE6DA4BE-5600-A13D-ADF5-E6FD5006F0D2}"/>
              </a:ext>
            </a:extLst>
          </p:cNvPr>
          <p:cNvSpPr txBox="1"/>
          <p:nvPr/>
        </p:nvSpPr>
        <p:spPr>
          <a:xfrm>
            <a:off x="9245066" y="8260"/>
            <a:ext cx="2817181" cy="871008"/>
          </a:xfrm>
          <a:prstGeom prst="rect">
            <a:avLst/>
          </a:prstGeom>
          <a:noFill/>
        </p:spPr>
        <p:txBody>
          <a:bodyPr wrap="non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0000"/>
                </a:solidFill>
                <a:effectLst/>
                <a:uLnTx/>
                <a:uFillTx/>
                <a:latin typeface="Segoe UI"/>
                <a:ea typeface="+mn-ea"/>
                <a:cs typeface="+mn-cs"/>
              </a:rPr>
              <a:t>EXAMPLE ONLY</a:t>
            </a:r>
          </a:p>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0000"/>
                </a:solidFill>
                <a:effectLst/>
                <a:uLnTx/>
                <a:uFillTx/>
                <a:latin typeface="Segoe UI"/>
                <a:ea typeface="+mn-ea"/>
                <a:cs typeface="+mn-cs"/>
              </a:rPr>
              <a:t>Note all fields have data</a:t>
            </a:r>
          </a:p>
        </p:txBody>
      </p:sp>
    </p:spTree>
    <p:extLst>
      <p:ext uri="{BB962C8B-B14F-4D97-AF65-F5344CB8AC3E}">
        <p14:creationId xmlns:p14="http://schemas.microsoft.com/office/powerpoint/2010/main" val="67595338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24B9315-99BB-54D9-A277-888ADD1173E8}"/>
              </a:ext>
            </a:extLst>
          </p:cNvPr>
          <p:cNvSpPr>
            <a:spLocks noGrp="1"/>
          </p:cNvSpPr>
          <p:nvPr>
            <p:ph type="title"/>
          </p:nvPr>
        </p:nvSpPr>
        <p:spPr>
          <a:xfrm>
            <a:off x="588263" y="177669"/>
            <a:ext cx="11018520" cy="553998"/>
          </a:xfrm>
        </p:spPr>
        <p:txBody>
          <a:bodyPr/>
          <a:lstStyle/>
          <a:p>
            <a:r>
              <a:rPr lang="en-US"/>
              <a:t>Microsoft’s Leadership Principles &amp; Cultural Attributes</a:t>
            </a:r>
          </a:p>
        </p:txBody>
      </p:sp>
      <p:graphicFrame>
        <p:nvGraphicFramePr>
          <p:cNvPr id="12" name="Table 12">
            <a:extLst>
              <a:ext uri="{FF2B5EF4-FFF2-40B4-BE49-F238E27FC236}">
                <a16:creationId xmlns:a16="http://schemas.microsoft.com/office/drawing/2014/main" id="{65A71C1C-11DD-A940-D976-80A280527D23}"/>
              </a:ext>
            </a:extLst>
          </p:cNvPr>
          <p:cNvGraphicFramePr>
            <a:graphicFrameLocks noGrp="1"/>
          </p:cNvGraphicFramePr>
          <p:nvPr/>
        </p:nvGraphicFramePr>
        <p:xfrm>
          <a:off x="705409" y="3761832"/>
          <a:ext cx="8128000" cy="2246733"/>
        </p:xfrm>
        <a:graphic>
          <a:graphicData uri="http://schemas.openxmlformats.org/drawingml/2006/table">
            <a:tbl>
              <a:tblPr firstRow="1" bandRow="1">
                <a:tableStyleId>{69012ECD-51FC-41F1-AA8D-1B2483CD663E}</a:tableStyleId>
              </a:tblPr>
              <a:tblGrid>
                <a:gridCol w="1578222">
                  <a:extLst>
                    <a:ext uri="{9D8B030D-6E8A-4147-A177-3AD203B41FA5}">
                      <a16:colId xmlns:a16="http://schemas.microsoft.com/office/drawing/2014/main" val="1294143920"/>
                    </a:ext>
                  </a:extLst>
                </a:gridCol>
                <a:gridCol w="6549778">
                  <a:extLst>
                    <a:ext uri="{9D8B030D-6E8A-4147-A177-3AD203B41FA5}">
                      <a16:colId xmlns:a16="http://schemas.microsoft.com/office/drawing/2014/main" val="3069015196"/>
                    </a:ext>
                  </a:extLst>
                </a:gridCol>
              </a:tblGrid>
              <a:tr h="232956">
                <a:tc>
                  <a:txBody>
                    <a:bodyPr/>
                    <a:lstStyle/>
                    <a:p>
                      <a:pPr marL="0" marR="0">
                        <a:lnSpc>
                          <a:spcPct val="107000"/>
                        </a:lnSpc>
                        <a:spcBef>
                          <a:spcPts val="0"/>
                        </a:spcBef>
                        <a:spcAft>
                          <a:spcPts val="0"/>
                        </a:spcAft>
                      </a:pPr>
                      <a:r>
                        <a:rPr lang="en-US" sz="1100" b="1">
                          <a:solidFill>
                            <a:schemeClr val="bg1"/>
                          </a:solidFill>
                          <a:effectLst/>
                        </a:rPr>
                        <a:t>Cultural Attribute</a:t>
                      </a:r>
                      <a:endParaRPr lang="en-US" sz="1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100" b="1">
                          <a:solidFill>
                            <a:schemeClr val="bg1"/>
                          </a:solidFill>
                          <a:effectLst/>
                        </a:rPr>
                        <a:t>Definition</a:t>
                      </a:r>
                      <a:endParaRPr lang="en-US" sz="1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05068376"/>
                  </a:ext>
                </a:extLst>
              </a:tr>
              <a:tr h="370840">
                <a:tc>
                  <a:txBody>
                    <a:bodyPr/>
                    <a:lstStyle/>
                    <a:p>
                      <a:pPr marL="0" marR="0">
                        <a:lnSpc>
                          <a:spcPct val="107000"/>
                        </a:lnSpc>
                        <a:spcBef>
                          <a:spcPts val="0"/>
                        </a:spcBef>
                        <a:spcAft>
                          <a:spcPts val="0"/>
                        </a:spcAft>
                      </a:pPr>
                      <a:r>
                        <a:rPr lang="en-US" sz="1100" b="1">
                          <a:effectLst/>
                        </a:rPr>
                        <a:t>Customer Obsessed</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a:effectLst/>
                        </a:rPr>
                        <a:t>Approach customers with empathy</a:t>
                      </a:r>
                    </a:p>
                    <a:p>
                      <a:pPr marL="342900" marR="0" lvl="0" indent="-342900">
                        <a:lnSpc>
                          <a:spcPct val="107000"/>
                        </a:lnSpc>
                        <a:spcBef>
                          <a:spcPts val="0"/>
                        </a:spcBef>
                        <a:spcAft>
                          <a:spcPts val="0"/>
                        </a:spcAft>
                        <a:buFont typeface="Symbol" panose="05050102010706020507" pitchFamily="18" charset="2"/>
                        <a:buChar char=""/>
                      </a:pPr>
                      <a:r>
                        <a:rPr lang="en-US" sz="1100">
                          <a:effectLst/>
                        </a:rPr>
                        <a:t>Advocate for customer</a:t>
                      </a:r>
                    </a:p>
                    <a:p>
                      <a:pPr marL="342900" marR="0" lvl="0" indent="-342900">
                        <a:lnSpc>
                          <a:spcPct val="107000"/>
                        </a:lnSpc>
                        <a:spcBef>
                          <a:spcPts val="0"/>
                        </a:spcBef>
                        <a:spcAft>
                          <a:spcPts val="0"/>
                        </a:spcAft>
                        <a:buFont typeface="Symbol" panose="05050102010706020507" pitchFamily="18" charset="2"/>
                        <a:buChar char=""/>
                      </a:pPr>
                      <a:r>
                        <a:rPr lang="en-US" sz="1100">
                          <a:effectLst/>
                        </a:rPr>
                        <a:t>Drive customer success</a:t>
                      </a:r>
                    </a:p>
                  </a:txBody>
                  <a:tcPr marL="68580" marR="68580" marT="73152" marB="73152"/>
                </a:tc>
                <a:extLst>
                  <a:ext uri="{0D108BD9-81ED-4DB2-BD59-A6C34878D82A}">
                    <a16:rowId xmlns:a16="http://schemas.microsoft.com/office/drawing/2014/main" val="2021340930"/>
                  </a:ext>
                </a:extLst>
              </a:tr>
              <a:tr h="370840">
                <a:tc>
                  <a:txBody>
                    <a:bodyPr/>
                    <a:lstStyle/>
                    <a:p>
                      <a:pPr marL="0" marR="0">
                        <a:lnSpc>
                          <a:spcPct val="107000"/>
                        </a:lnSpc>
                        <a:spcBef>
                          <a:spcPts val="0"/>
                        </a:spcBef>
                        <a:spcAft>
                          <a:spcPts val="0"/>
                        </a:spcAft>
                      </a:pPr>
                      <a:r>
                        <a:rPr lang="en-US" sz="1100" b="1">
                          <a:effectLst/>
                        </a:rPr>
                        <a:t>Diverse &amp; Inclusive</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a:effectLst/>
                        </a:rPr>
                        <a:t>Practice awareness </a:t>
                      </a:r>
                    </a:p>
                    <a:p>
                      <a:pPr marL="342900" marR="0" lvl="0" indent="-342900">
                        <a:lnSpc>
                          <a:spcPct val="107000"/>
                        </a:lnSpc>
                        <a:spcBef>
                          <a:spcPts val="0"/>
                        </a:spcBef>
                        <a:spcAft>
                          <a:spcPts val="0"/>
                        </a:spcAft>
                        <a:buFont typeface="Symbol" panose="05050102010706020507" pitchFamily="18" charset="2"/>
                        <a:buChar char=""/>
                      </a:pPr>
                      <a:r>
                        <a:rPr lang="en-US" sz="1100">
                          <a:effectLst/>
                        </a:rPr>
                        <a:t>Exercise curiosity</a:t>
                      </a:r>
                    </a:p>
                    <a:p>
                      <a:pPr marL="342900" marR="0" lvl="0" indent="-342900">
                        <a:lnSpc>
                          <a:spcPct val="107000"/>
                        </a:lnSpc>
                        <a:spcBef>
                          <a:spcPts val="0"/>
                        </a:spcBef>
                        <a:spcAft>
                          <a:spcPts val="0"/>
                        </a:spcAft>
                        <a:buFont typeface="Symbol" panose="05050102010706020507" pitchFamily="18" charset="2"/>
                        <a:buChar char=""/>
                      </a:pPr>
                      <a:r>
                        <a:rPr lang="en-US" sz="1100">
                          <a:effectLst/>
                        </a:rPr>
                        <a:t>Demonstrate courage</a:t>
                      </a:r>
                    </a:p>
                  </a:txBody>
                  <a:tcPr marL="68580" marR="68580" marT="73152" marB="73152"/>
                </a:tc>
                <a:extLst>
                  <a:ext uri="{0D108BD9-81ED-4DB2-BD59-A6C34878D82A}">
                    <a16:rowId xmlns:a16="http://schemas.microsoft.com/office/drawing/2014/main" val="1767350137"/>
                  </a:ext>
                </a:extLst>
              </a:tr>
              <a:tr h="370840">
                <a:tc>
                  <a:txBody>
                    <a:bodyPr/>
                    <a:lstStyle/>
                    <a:p>
                      <a:pPr marL="0" marR="0">
                        <a:lnSpc>
                          <a:spcPct val="107000"/>
                        </a:lnSpc>
                        <a:spcBef>
                          <a:spcPts val="0"/>
                        </a:spcBef>
                        <a:spcAft>
                          <a:spcPts val="0"/>
                        </a:spcAft>
                      </a:pPr>
                      <a:r>
                        <a:rPr lang="en-US" sz="1100" b="1">
                          <a:effectLst/>
                        </a:rPr>
                        <a:t>One Microsoft </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a:effectLst/>
                        </a:rPr>
                        <a:t>Optimize for Team Microsoft</a:t>
                      </a:r>
                    </a:p>
                    <a:p>
                      <a:pPr marL="342900" marR="0" lvl="0" indent="-342900">
                        <a:lnSpc>
                          <a:spcPct val="107000"/>
                        </a:lnSpc>
                        <a:spcBef>
                          <a:spcPts val="0"/>
                        </a:spcBef>
                        <a:spcAft>
                          <a:spcPts val="0"/>
                        </a:spcAft>
                        <a:buFont typeface="Symbol" panose="05050102010706020507" pitchFamily="18" charset="2"/>
                        <a:buChar char=""/>
                      </a:pPr>
                      <a:r>
                        <a:rPr lang="en-US" sz="1100">
                          <a:effectLst/>
                        </a:rPr>
                        <a:t>Build on and contribute to success of others  </a:t>
                      </a:r>
                    </a:p>
                    <a:p>
                      <a:pPr marL="342900" marR="0" lvl="0" indent="-342900">
                        <a:lnSpc>
                          <a:spcPct val="107000"/>
                        </a:lnSpc>
                        <a:spcBef>
                          <a:spcPts val="0"/>
                        </a:spcBef>
                        <a:spcAft>
                          <a:spcPts val="0"/>
                        </a:spcAft>
                        <a:buFont typeface="Symbol" panose="05050102010706020507" pitchFamily="18" charset="2"/>
                        <a:buChar char=""/>
                      </a:pPr>
                      <a:r>
                        <a:rPr lang="en-US" sz="1100">
                          <a:effectLst/>
                        </a:rPr>
                        <a:t>Look for common ground</a:t>
                      </a:r>
                    </a:p>
                  </a:txBody>
                  <a:tcPr marL="68580" marR="68580" marT="73152" marB="73152"/>
                </a:tc>
                <a:extLst>
                  <a:ext uri="{0D108BD9-81ED-4DB2-BD59-A6C34878D82A}">
                    <a16:rowId xmlns:a16="http://schemas.microsoft.com/office/drawing/2014/main" val="599774471"/>
                  </a:ext>
                </a:extLst>
              </a:tr>
            </a:tbl>
          </a:graphicData>
        </a:graphic>
      </p:graphicFrame>
      <p:graphicFrame>
        <p:nvGraphicFramePr>
          <p:cNvPr id="5" name="Table 12">
            <a:extLst>
              <a:ext uri="{FF2B5EF4-FFF2-40B4-BE49-F238E27FC236}">
                <a16:creationId xmlns:a16="http://schemas.microsoft.com/office/drawing/2014/main" id="{49E3426B-DD70-86C4-EC7C-899663C00296}"/>
              </a:ext>
            </a:extLst>
          </p:cNvPr>
          <p:cNvGraphicFramePr>
            <a:graphicFrameLocks noGrp="1"/>
          </p:cNvGraphicFramePr>
          <p:nvPr/>
        </p:nvGraphicFramePr>
        <p:xfrm>
          <a:off x="705409" y="1153529"/>
          <a:ext cx="8128000" cy="2251521"/>
        </p:xfrm>
        <a:graphic>
          <a:graphicData uri="http://schemas.openxmlformats.org/drawingml/2006/table">
            <a:tbl>
              <a:tblPr firstRow="1" bandRow="1">
                <a:tableStyleId>{69012ECD-51FC-41F1-AA8D-1B2483CD663E}</a:tableStyleId>
              </a:tblPr>
              <a:tblGrid>
                <a:gridCol w="1578222">
                  <a:extLst>
                    <a:ext uri="{9D8B030D-6E8A-4147-A177-3AD203B41FA5}">
                      <a16:colId xmlns:a16="http://schemas.microsoft.com/office/drawing/2014/main" val="1294143920"/>
                    </a:ext>
                  </a:extLst>
                </a:gridCol>
                <a:gridCol w="6549778">
                  <a:extLst>
                    <a:ext uri="{9D8B030D-6E8A-4147-A177-3AD203B41FA5}">
                      <a16:colId xmlns:a16="http://schemas.microsoft.com/office/drawing/2014/main" val="3069015196"/>
                    </a:ext>
                  </a:extLst>
                </a:gridCol>
              </a:tblGrid>
              <a:tr h="237744">
                <a:tc>
                  <a:txBody>
                    <a:bodyPr/>
                    <a:lstStyle/>
                    <a:p>
                      <a:pPr marL="0" marR="0">
                        <a:lnSpc>
                          <a:spcPct val="107000"/>
                        </a:lnSpc>
                        <a:spcBef>
                          <a:spcPts val="0"/>
                        </a:spcBef>
                        <a:spcAft>
                          <a:spcPts val="0"/>
                        </a:spcAft>
                      </a:pPr>
                      <a:r>
                        <a:rPr lang="en-US" sz="1100" b="1">
                          <a:solidFill>
                            <a:schemeClr val="bg1"/>
                          </a:solidFill>
                          <a:effectLst/>
                        </a:rPr>
                        <a:t>Leadership Principle</a:t>
                      </a:r>
                      <a:endParaRPr lang="en-US" sz="1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100" b="1">
                          <a:solidFill>
                            <a:schemeClr val="bg1"/>
                          </a:solidFill>
                          <a:effectLst/>
                        </a:rPr>
                        <a:t>Definition</a:t>
                      </a:r>
                      <a:endParaRPr lang="en-US" sz="1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05068376"/>
                  </a:ext>
                </a:extLst>
              </a:tr>
              <a:tr h="370840">
                <a:tc>
                  <a:txBody>
                    <a:bodyPr/>
                    <a:lstStyle/>
                    <a:p>
                      <a:pPr marL="0" marR="0">
                        <a:lnSpc>
                          <a:spcPct val="107000"/>
                        </a:lnSpc>
                        <a:spcBef>
                          <a:spcPts val="0"/>
                        </a:spcBef>
                        <a:spcAft>
                          <a:spcPts val="0"/>
                        </a:spcAft>
                      </a:pPr>
                      <a:r>
                        <a:rPr lang="en-US" sz="1100" b="1">
                          <a:effectLst/>
                        </a:rPr>
                        <a:t>Create Clarity</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Synthesize the complex</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Ensure shared understanding</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Define a course of action</a:t>
                      </a:r>
                    </a:p>
                  </a:txBody>
                  <a:tcPr marL="68580" marR="68580" marT="73152" marB="73152"/>
                </a:tc>
                <a:extLst>
                  <a:ext uri="{0D108BD9-81ED-4DB2-BD59-A6C34878D82A}">
                    <a16:rowId xmlns:a16="http://schemas.microsoft.com/office/drawing/2014/main" val="2021340930"/>
                  </a:ext>
                </a:extLst>
              </a:tr>
              <a:tr h="370840">
                <a:tc>
                  <a:txBody>
                    <a:bodyPr/>
                    <a:lstStyle/>
                    <a:p>
                      <a:pPr marL="0" marR="0">
                        <a:lnSpc>
                          <a:spcPct val="107000"/>
                        </a:lnSpc>
                        <a:spcBef>
                          <a:spcPts val="0"/>
                        </a:spcBef>
                        <a:spcAft>
                          <a:spcPts val="0"/>
                        </a:spcAft>
                      </a:pPr>
                      <a:r>
                        <a:rPr lang="en-US" sz="1100" b="1">
                          <a:effectLst/>
                        </a:rPr>
                        <a:t>Generate Energy</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Inspire optimism, creativity and growth</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Create an environment in which everyone does their best work</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Build organizations that are stronger tomorrow than today</a:t>
                      </a:r>
                    </a:p>
                  </a:txBody>
                  <a:tcPr marL="68580" marR="68580" marT="73152" marB="73152"/>
                </a:tc>
                <a:extLst>
                  <a:ext uri="{0D108BD9-81ED-4DB2-BD59-A6C34878D82A}">
                    <a16:rowId xmlns:a16="http://schemas.microsoft.com/office/drawing/2014/main" val="1767350137"/>
                  </a:ext>
                </a:extLst>
              </a:tr>
              <a:tr h="370840">
                <a:tc>
                  <a:txBody>
                    <a:bodyPr/>
                    <a:lstStyle/>
                    <a:p>
                      <a:pPr marL="0" marR="0">
                        <a:lnSpc>
                          <a:spcPct val="107000"/>
                        </a:lnSpc>
                        <a:spcBef>
                          <a:spcPts val="0"/>
                        </a:spcBef>
                        <a:spcAft>
                          <a:spcPts val="0"/>
                        </a:spcAft>
                      </a:pPr>
                      <a:r>
                        <a:rPr lang="en-US" sz="1100" b="1">
                          <a:effectLst/>
                        </a:rPr>
                        <a:t>Deliver Success</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Drive innovation that people love</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Be boundary-less in seeking solutions</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Tenaciously pursue the right outcomes</a:t>
                      </a:r>
                    </a:p>
                  </a:txBody>
                  <a:tcPr marL="68580" marR="68580" marT="73152" marB="73152"/>
                </a:tc>
                <a:extLst>
                  <a:ext uri="{0D108BD9-81ED-4DB2-BD59-A6C34878D82A}">
                    <a16:rowId xmlns:a16="http://schemas.microsoft.com/office/drawing/2014/main" val="599774471"/>
                  </a:ext>
                </a:extLst>
              </a:tr>
            </a:tbl>
          </a:graphicData>
        </a:graphic>
      </p:graphicFrame>
    </p:spTree>
    <p:extLst>
      <p:ext uri="{BB962C8B-B14F-4D97-AF65-F5344CB8AC3E}">
        <p14:creationId xmlns:p14="http://schemas.microsoft.com/office/powerpoint/2010/main" val="16942821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24B9315-99BB-54D9-A277-888ADD1173E8}"/>
              </a:ext>
            </a:extLst>
          </p:cNvPr>
          <p:cNvSpPr>
            <a:spLocks noGrp="1"/>
          </p:cNvSpPr>
          <p:nvPr>
            <p:ph type="title"/>
          </p:nvPr>
        </p:nvSpPr>
        <p:spPr>
          <a:xfrm>
            <a:off x="588263" y="177669"/>
            <a:ext cx="11018520" cy="553998"/>
          </a:xfrm>
        </p:spPr>
        <p:txBody>
          <a:bodyPr/>
          <a:lstStyle/>
          <a:p>
            <a:r>
              <a:rPr lang="en-US"/>
              <a:t>Organizational Leadership Capability Areas</a:t>
            </a:r>
          </a:p>
        </p:txBody>
      </p:sp>
      <p:graphicFrame>
        <p:nvGraphicFramePr>
          <p:cNvPr id="5" name="Table 12">
            <a:extLst>
              <a:ext uri="{FF2B5EF4-FFF2-40B4-BE49-F238E27FC236}">
                <a16:creationId xmlns:a16="http://schemas.microsoft.com/office/drawing/2014/main" id="{49E3426B-DD70-86C4-EC7C-899663C00296}"/>
              </a:ext>
            </a:extLst>
          </p:cNvPr>
          <p:cNvGraphicFramePr>
            <a:graphicFrameLocks noGrp="1"/>
          </p:cNvGraphicFramePr>
          <p:nvPr/>
        </p:nvGraphicFramePr>
        <p:xfrm>
          <a:off x="649855" y="1032177"/>
          <a:ext cx="8128000" cy="5352928"/>
        </p:xfrm>
        <a:graphic>
          <a:graphicData uri="http://schemas.openxmlformats.org/drawingml/2006/table">
            <a:tbl>
              <a:tblPr firstRow="1" bandRow="1">
                <a:tableStyleId>{69012ECD-51FC-41F1-AA8D-1B2483CD663E}</a:tableStyleId>
              </a:tblPr>
              <a:tblGrid>
                <a:gridCol w="1578222">
                  <a:extLst>
                    <a:ext uri="{9D8B030D-6E8A-4147-A177-3AD203B41FA5}">
                      <a16:colId xmlns:a16="http://schemas.microsoft.com/office/drawing/2014/main" val="1294143920"/>
                    </a:ext>
                  </a:extLst>
                </a:gridCol>
                <a:gridCol w="6549778">
                  <a:extLst>
                    <a:ext uri="{9D8B030D-6E8A-4147-A177-3AD203B41FA5}">
                      <a16:colId xmlns:a16="http://schemas.microsoft.com/office/drawing/2014/main" val="3069015196"/>
                    </a:ext>
                  </a:extLst>
                </a:gridCol>
              </a:tblGrid>
              <a:tr h="237744">
                <a:tc>
                  <a:txBody>
                    <a:bodyPr/>
                    <a:lstStyle/>
                    <a:p>
                      <a:pPr marL="0" marR="0">
                        <a:lnSpc>
                          <a:spcPct val="107000"/>
                        </a:lnSpc>
                        <a:spcBef>
                          <a:spcPts val="0"/>
                        </a:spcBef>
                        <a:spcAft>
                          <a:spcPts val="0"/>
                        </a:spcAft>
                      </a:pPr>
                      <a:r>
                        <a:rPr lang="en-US" sz="1100" b="1">
                          <a:solidFill>
                            <a:schemeClr val="bg1"/>
                          </a:solidFill>
                          <a:effectLst/>
                        </a:rPr>
                        <a:t>Leadership Principle</a:t>
                      </a:r>
                      <a:endParaRPr lang="en-US" sz="1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100" b="1">
                          <a:solidFill>
                            <a:schemeClr val="bg1"/>
                          </a:solidFill>
                          <a:effectLst/>
                        </a:rPr>
                        <a:t>Definition</a:t>
                      </a:r>
                      <a:endParaRPr lang="en-US" sz="11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05068376"/>
                  </a:ext>
                </a:extLst>
              </a:tr>
              <a:tr h="370840">
                <a:tc>
                  <a:txBody>
                    <a:bodyPr/>
                    <a:lstStyle/>
                    <a:p>
                      <a:pPr marL="0" marR="0">
                        <a:lnSpc>
                          <a:spcPct val="107000"/>
                        </a:lnSpc>
                        <a:spcBef>
                          <a:spcPts val="0"/>
                        </a:spcBef>
                        <a:spcAft>
                          <a:spcPts val="0"/>
                        </a:spcAft>
                      </a:pPr>
                      <a:r>
                        <a:rPr lang="en-US" sz="1100" b="1">
                          <a:effectLst/>
                        </a:rPr>
                        <a:t>Innovation</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Deliver clear shared visions and coherent strategies with an outside-in focus and a sense of purpose</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Exercise strategic foresight</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Imagine alternative futures</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Balance short- and long-term planning and business needs</a:t>
                      </a:r>
                    </a:p>
                  </a:txBody>
                  <a:tcPr marL="68580" marR="68580" marT="73152" marB="73152"/>
                </a:tc>
                <a:extLst>
                  <a:ext uri="{0D108BD9-81ED-4DB2-BD59-A6C34878D82A}">
                    <a16:rowId xmlns:a16="http://schemas.microsoft.com/office/drawing/2014/main" val="2021340930"/>
                  </a:ext>
                </a:extLst>
              </a:tr>
              <a:tr h="370840">
                <a:tc>
                  <a:txBody>
                    <a:bodyPr/>
                    <a:lstStyle/>
                    <a:p>
                      <a:pPr marL="0" marR="0">
                        <a:lnSpc>
                          <a:spcPct val="107000"/>
                        </a:lnSpc>
                        <a:spcBef>
                          <a:spcPts val="0"/>
                        </a:spcBef>
                        <a:spcAft>
                          <a:spcPts val="0"/>
                        </a:spcAft>
                      </a:pPr>
                      <a:r>
                        <a:rPr lang="en-US" sz="1100" b="1">
                          <a:effectLst/>
                        </a:rPr>
                        <a:t>Leading at Scale</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Practice and model an owner’s mindset</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Unlock the potential and thrive in matrixed organizational structure</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Build structures and processes that minimize need for dependence on or decisions by leader</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Identify need and facilitate pivots</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Demonstrate flexibility and ability to quickly made and break plans</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Demonstrate complex decision-making – knowing what to solve verses not solve</a:t>
                      </a:r>
                    </a:p>
                  </a:txBody>
                  <a:tcPr marL="68580" marR="68580" marT="73152" marB="73152"/>
                </a:tc>
                <a:extLst>
                  <a:ext uri="{0D108BD9-81ED-4DB2-BD59-A6C34878D82A}">
                    <a16:rowId xmlns:a16="http://schemas.microsoft.com/office/drawing/2014/main" val="1767350137"/>
                  </a:ext>
                </a:extLst>
              </a:tr>
              <a:tr h="370840">
                <a:tc>
                  <a:txBody>
                    <a:bodyPr/>
                    <a:lstStyle/>
                    <a:p>
                      <a:pPr marL="0" marR="0">
                        <a:lnSpc>
                          <a:spcPct val="107000"/>
                        </a:lnSpc>
                        <a:spcBef>
                          <a:spcPts val="0"/>
                        </a:spcBef>
                        <a:spcAft>
                          <a:spcPts val="0"/>
                        </a:spcAft>
                      </a:pPr>
                      <a:r>
                        <a:rPr lang="en-US" sz="1100" b="1">
                          <a:effectLst/>
                        </a:rPr>
                        <a:t>Delivering at Pace</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Drive innovation that people love</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Be boundary-less in seeking solutions</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Tenaciously pursue the right outcomes</a:t>
                      </a:r>
                    </a:p>
                  </a:txBody>
                  <a:tcPr marL="68580" marR="68580" marT="73152" marB="73152"/>
                </a:tc>
                <a:extLst>
                  <a:ext uri="{0D108BD9-81ED-4DB2-BD59-A6C34878D82A}">
                    <a16:rowId xmlns:a16="http://schemas.microsoft.com/office/drawing/2014/main" val="599774471"/>
                  </a:ext>
                </a:extLst>
              </a:tr>
              <a:tr h="682565">
                <a:tc>
                  <a:txBody>
                    <a:bodyPr/>
                    <a:lstStyle/>
                    <a:p>
                      <a:pPr marL="0" marR="0">
                        <a:lnSpc>
                          <a:spcPct val="107000"/>
                        </a:lnSpc>
                        <a:spcBef>
                          <a:spcPts val="0"/>
                        </a:spcBef>
                        <a:spcAft>
                          <a:spcPts val="0"/>
                        </a:spcAft>
                      </a:pPr>
                      <a:r>
                        <a:rPr lang="en-US" sz="1100" b="1" kern="1200">
                          <a:solidFill>
                            <a:schemeClr val="tx1"/>
                          </a:solidFill>
                          <a:effectLst/>
                          <a:latin typeface="+mn-lt"/>
                          <a:ea typeface="+mn-ea"/>
                          <a:cs typeface="+mn-cs"/>
                        </a:rPr>
                        <a:t>Working Globally &amp; Inclusively</a:t>
                      </a: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Practice courage, compassion, humility, inquiry and appreciation</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Build environments of trust and inclusion</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Unlock potential and thrive in matrixed organizational structure</a:t>
                      </a:r>
                    </a:p>
                  </a:txBody>
                  <a:tcPr marL="68580" marR="68580" marT="73152" marB="73152"/>
                </a:tc>
                <a:extLst>
                  <a:ext uri="{0D108BD9-81ED-4DB2-BD59-A6C34878D82A}">
                    <a16:rowId xmlns:a16="http://schemas.microsoft.com/office/drawing/2014/main" val="2108384393"/>
                  </a:ext>
                </a:extLst>
              </a:tr>
              <a:tr h="827285">
                <a:tc>
                  <a:txBody>
                    <a:bodyPr/>
                    <a:lstStyle/>
                    <a:p>
                      <a:pPr marL="0" marR="0">
                        <a:lnSpc>
                          <a:spcPct val="107000"/>
                        </a:lnSpc>
                        <a:spcBef>
                          <a:spcPts val="0"/>
                        </a:spcBef>
                        <a:spcAft>
                          <a:spcPts val="0"/>
                        </a:spcAft>
                      </a:pPr>
                      <a:r>
                        <a:rPr lang="en-US" sz="1100" b="1" kern="1200">
                          <a:solidFill>
                            <a:schemeClr val="tx1"/>
                          </a:solidFill>
                          <a:effectLst/>
                          <a:latin typeface="+mn-lt"/>
                          <a:ea typeface="+mn-ea"/>
                          <a:cs typeface="+mn-cs"/>
                        </a:rPr>
                        <a:t>Building Trust &amp; Collaboration</a:t>
                      </a: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Build environments of trust and inclusion including structures and processes that minimize need for dependence on or decisions by leader</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Empower teams through distributed leadership</a:t>
                      </a:r>
                    </a:p>
                    <a:p>
                      <a:pPr marL="342900" marR="0" lvl="0" indent="-342900" algn="l" defTabSz="932742" rtl="0" eaLnBrk="1" fontAlgn="auto" latinLnBrk="0" hangingPunct="1">
                        <a:lnSpc>
                          <a:spcPct val="107000"/>
                        </a:lnSpc>
                        <a:spcBef>
                          <a:spcPts val="0"/>
                        </a:spcBef>
                        <a:spcAft>
                          <a:spcPts val="0"/>
                        </a:spcAft>
                        <a:buClrTx/>
                        <a:buSzTx/>
                        <a:buFont typeface="Symbol" panose="05050102010706020507" pitchFamily="18" charset="2"/>
                        <a:buChar char=""/>
                        <a:tabLst/>
                        <a:defRPr/>
                      </a:pPr>
                      <a:r>
                        <a:rPr lang="en-US" sz="1100" kern="1200">
                          <a:solidFill>
                            <a:schemeClr val="tx1"/>
                          </a:solidFill>
                          <a:effectLst/>
                          <a:latin typeface="+mn-lt"/>
                          <a:ea typeface="+mn-ea"/>
                          <a:cs typeface="+mn-cs"/>
                        </a:rPr>
                        <a:t>Practice courage, compassion, humility, inquiry and appreciation</a:t>
                      </a:r>
                    </a:p>
                  </a:txBody>
                  <a:tcPr marL="68580" marR="68580" marT="73152" marB="73152"/>
                </a:tc>
                <a:extLst>
                  <a:ext uri="{0D108BD9-81ED-4DB2-BD59-A6C34878D82A}">
                    <a16:rowId xmlns:a16="http://schemas.microsoft.com/office/drawing/2014/main" val="2276568427"/>
                  </a:ext>
                </a:extLst>
              </a:tr>
              <a:tr h="619168">
                <a:tc>
                  <a:txBody>
                    <a:bodyPr/>
                    <a:lstStyle/>
                    <a:p>
                      <a:pPr marL="0" marR="0">
                        <a:lnSpc>
                          <a:spcPct val="107000"/>
                        </a:lnSpc>
                        <a:spcBef>
                          <a:spcPts val="0"/>
                        </a:spcBef>
                        <a:spcAft>
                          <a:spcPts val="0"/>
                        </a:spcAft>
                      </a:pPr>
                      <a:r>
                        <a:rPr lang="en-US" sz="1100" b="1" kern="1200">
                          <a:solidFill>
                            <a:schemeClr val="tx1"/>
                          </a:solidFill>
                          <a:effectLst/>
                          <a:latin typeface="+mn-lt"/>
                          <a:ea typeface="+mn-ea"/>
                          <a:cs typeface="+mn-cs"/>
                        </a:rPr>
                        <a:t>Business Growth</a:t>
                      </a:r>
                    </a:p>
                  </a:txBody>
                  <a:tcPr marL="68580" marR="68580" marT="0" marB="0" anchor="ctr"/>
                </a:tc>
                <a:tc>
                  <a:txBody>
                    <a:bodyPr/>
                    <a:lstStyle/>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Define customer success metrics and use metrics for decision-making</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Practice and model an owner’s mindset</a:t>
                      </a:r>
                    </a:p>
                    <a:p>
                      <a:pPr marL="342900" marR="0" lvl="0" indent="-342900">
                        <a:lnSpc>
                          <a:spcPct val="107000"/>
                        </a:lnSpc>
                        <a:spcBef>
                          <a:spcPts val="0"/>
                        </a:spcBef>
                        <a:spcAft>
                          <a:spcPts val="0"/>
                        </a:spcAft>
                        <a:buFont typeface="Symbol" panose="05050102010706020507" pitchFamily="18" charset="2"/>
                        <a:buChar char=""/>
                      </a:pPr>
                      <a:r>
                        <a:rPr lang="en-US" sz="1100" kern="1200">
                          <a:solidFill>
                            <a:schemeClr val="tx1"/>
                          </a:solidFill>
                          <a:effectLst/>
                          <a:latin typeface="+mn-lt"/>
                          <a:ea typeface="+mn-ea"/>
                          <a:cs typeface="+mn-cs"/>
                        </a:rPr>
                        <a:t>Unlock potential and thrive in matrixed organizational structure</a:t>
                      </a:r>
                    </a:p>
                  </a:txBody>
                  <a:tcPr marL="68580" marR="68580" marT="73152" marB="73152"/>
                </a:tc>
                <a:extLst>
                  <a:ext uri="{0D108BD9-81ED-4DB2-BD59-A6C34878D82A}">
                    <a16:rowId xmlns:a16="http://schemas.microsoft.com/office/drawing/2014/main" val="3829915567"/>
                  </a:ext>
                </a:extLst>
              </a:tr>
            </a:tbl>
          </a:graphicData>
        </a:graphic>
      </p:graphicFrame>
    </p:spTree>
    <p:extLst>
      <p:ext uri="{BB962C8B-B14F-4D97-AF65-F5344CB8AC3E}">
        <p14:creationId xmlns:p14="http://schemas.microsoft.com/office/powerpoint/2010/main" val="408420801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Rounded Corners 90">
            <a:extLst>
              <a:ext uri="{FF2B5EF4-FFF2-40B4-BE49-F238E27FC236}">
                <a16:creationId xmlns:a16="http://schemas.microsoft.com/office/drawing/2014/main" id="{6BFF6969-96A5-4FD5-8F2B-4CA38C37A030}"/>
              </a:ext>
            </a:extLst>
          </p:cNvPr>
          <p:cNvSpPr/>
          <p:nvPr/>
        </p:nvSpPr>
        <p:spPr bwMode="auto">
          <a:xfrm>
            <a:off x="7178748" y="1303641"/>
            <a:ext cx="4423971" cy="5251434"/>
          </a:xfrm>
          <a:prstGeom prst="roundRect">
            <a:avLst>
              <a:gd name="adj" fmla="val 3227"/>
            </a:avLst>
          </a:prstGeom>
          <a:solidFill>
            <a:schemeClr val="bg1"/>
          </a:solidFill>
          <a:ln>
            <a:noFill/>
            <a:headEnd type="none" w="med" len="med"/>
            <a:tailEnd type="none" w="med" len="med"/>
          </a:ln>
          <a:effectLst>
            <a:outerShdw blurRad="50800" algn="ctr" rotWithShape="0">
              <a:schemeClr val="tx1">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97280" tIns="91440" rIns="18288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90" name="Rectangle: Rounded Corners 89">
            <a:extLst>
              <a:ext uri="{FF2B5EF4-FFF2-40B4-BE49-F238E27FC236}">
                <a16:creationId xmlns:a16="http://schemas.microsoft.com/office/drawing/2014/main" id="{5786EAAA-0A25-4FD3-A41B-B1D435386715}"/>
              </a:ext>
            </a:extLst>
          </p:cNvPr>
          <p:cNvSpPr/>
          <p:nvPr/>
        </p:nvSpPr>
        <p:spPr bwMode="auto">
          <a:xfrm>
            <a:off x="588263" y="1303641"/>
            <a:ext cx="6306250" cy="5251434"/>
          </a:xfrm>
          <a:prstGeom prst="roundRect">
            <a:avLst>
              <a:gd name="adj" fmla="val 3227"/>
            </a:avLst>
          </a:prstGeom>
          <a:solidFill>
            <a:schemeClr val="bg1"/>
          </a:solidFill>
          <a:ln>
            <a:noFill/>
            <a:headEnd type="none" w="med" len="med"/>
            <a:tailEnd type="none" w="med" len="med"/>
          </a:ln>
          <a:effectLst>
            <a:outerShdw blurRad="50800" algn="ctr" rotWithShape="0">
              <a:schemeClr val="tx1">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97280" tIns="91440" rIns="18288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2" name="Title 1">
            <a:extLst>
              <a:ext uri="{FF2B5EF4-FFF2-40B4-BE49-F238E27FC236}">
                <a16:creationId xmlns:a16="http://schemas.microsoft.com/office/drawing/2014/main" id="{4D1784B3-472D-499A-94DC-A8044607670A}"/>
              </a:ext>
            </a:extLst>
          </p:cNvPr>
          <p:cNvSpPr>
            <a:spLocks noGrp="1"/>
          </p:cNvSpPr>
          <p:nvPr>
            <p:ph type="title"/>
          </p:nvPr>
        </p:nvSpPr>
        <p:spPr>
          <a:xfrm>
            <a:off x="584200" y="234899"/>
            <a:ext cx="11018520" cy="492443"/>
          </a:xfrm>
        </p:spPr>
        <p:txBody>
          <a:bodyPr/>
          <a:lstStyle/>
          <a:p>
            <a:r>
              <a:rPr lang="en-US" sz="3200"/>
              <a:t>Accountabilities &amp; Actions: </a:t>
            </a:r>
            <a:r>
              <a:rPr lang="en-US" sz="3200">
                <a:solidFill>
                  <a:schemeClr val="accent1"/>
                </a:solidFill>
              </a:rPr>
              <a:t>Development Solutions (70:20:10)</a:t>
            </a:r>
          </a:p>
        </p:txBody>
      </p:sp>
      <p:grpSp>
        <p:nvGrpSpPr>
          <p:cNvPr id="52" name="Group 51">
            <a:extLst>
              <a:ext uri="{FF2B5EF4-FFF2-40B4-BE49-F238E27FC236}">
                <a16:creationId xmlns:a16="http://schemas.microsoft.com/office/drawing/2014/main" id="{CFA9DCFE-7AC1-44A6-A178-71DD24C27172}"/>
              </a:ext>
            </a:extLst>
          </p:cNvPr>
          <p:cNvGrpSpPr/>
          <p:nvPr/>
        </p:nvGrpSpPr>
        <p:grpSpPr>
          <a:xfrm>
            <a:off x="6659563" y="3128170"/>
            <a:ext cx="400619" cy="1026989"/>
            <a:chOff x="10663238" y="4398571"/>
            <a:chExt cx="400619" cy="265298"/>
          </a:xfrm>
        </p:grpSpPr>
        <p:sp>
          <p:nvSpPr>
            <p:cNvPr id="53" name="Arrow: Left-Right 52">
              <a:extLst>
                <a:ext uri="{FF2B5EF4-FFF2-40B4-BE49-F238E27FC236}">
                  <a16:creationId xmlns:a16="http://schemas.microsoft.com/office/drawing/2014/main" id="{E03D8E4F-7A20-4235-AA5C-F6FD71429D3B}"/>
                </a:ext>
              </a:extLst>
            </p:cNvPr>
            <p:cNvSpPr/>
            <p:nvPr/>
          </p:nvSpPr>
          <p:spPr>
            <a:xfrm>
              <a:off x="10696575" y="4437696"/>
              <a:ext cx="367282" cy="187047"/>
            </a:xfrm>
            <a:prstGeom prst="leftRightArrow">
              <a:avLst>
                <a:gd name="adj1" fmla="val 100000"/>
                <a:gd name="adj2" fmla="val 34444"/>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egoe UI"/>
                <a:ea typeface="+mn-ea"/>
                <a:cs typeface="+mn-cs"/>
              </a:endParaRPr>
            </a:p>
          </p:txBody>
        </p:sp>
        <p:sp>
          <p:nvSpPr>
            <p:cNvPr id="54" name="Arrow: Left-Right 53">
              <a:extLst>
                <a:ext uri="{FF2B5EF4-FFF2-40B4-BE49-F238E27FC236}">
                  <a16:creationId xmlns:a16="http://schemas.microsoft.com/office/drawing/2014/main" id="{0487EEB7-FF54-4AB1-978F-0FD56ABD6989}"/>
                </a:ext>
              </a:extLst>
            </p:cNvPr>
            <p:cNvSpPr/>
            <p:nvPr/>
          </p:nvSpPr>
          <p:spPr>
            <a:xfrm>
              <a:off x="10663238" y="4398571"/>
              <a:ext cx="312383" cy="265298"/>
            </a:xfrm>
            <a:prstGeom prst="leftRightArrow">
              <a:avLst>
                <a:gd name="adj1" fmla="val 100000"/>
                <a:gd name="adj2" fmla="val 34444"/>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55" name="Group 54">
            <a:extLst>
              <a:ext uri="{FF2B5EF4-FFF2-40B4-BE49-F238E27FC236}">
                <a16:creationId xmlns:a16="http://schemas.microsoft.com/office/drawing/2014/main" id="{945EA299-CEFC-4DF2-B8CA-FAA33704B1F7}"/>
              </a:ext>
            </a:extLst>
          </p:cNvPr>
          <p:cNvGrpSpPr/>
          <p:nvPr/>
        </p:nvGrpSpPr>
        <p:grpSpPr>
          <a:xfrm>
            <a:off x="6659563" y="1615224"/>
            <a:ext cx="400619" cy="1026989"/>
            <a:chOff x="10663238" y="4398571"/>
            <a:chExt cx="400619" cy="265298"/>
          </a:xfrm>
        </p:grpSpPr>
        <p:sp>
          <p:nvSpPr>
            <p:cNvPr id="56" name="Arrow: Left-Right 55">
              <a:extLst>
                <a:ext uri="{FF2B5EF4-FFF2-40B4-BE49-F238E27FC236}">
                  <a16:creationId xmlns:a16="http://schemas.microsoft.com/office/drawing/2014/main" id="{643B4E9E-7B13-4CD5-BB7F-6545F19505A5}"/>
                </a:ext>
              </a:extLst>
            </p:cNvPr>
            <p:cNvSpPr/>
            <p:nvPr/>
          </p:nvSpPr>
          <p:spPr>
            <a:xfrm>
              <a:off x="10696575" y="4437696"/>
              <a:ext cx="367282" cy="187047"/>
            </a:xfrm>
            <a:prstGeom prst="leftRightArrow">
              <a:avLst>
                <a:gd name="adj1" fmla="val 100000"/>
                <a:gd name="adj2" fmla="val 34444"/>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egoe UI"/>
                <a:ea typeface="+mn-ea"/>
                <a:cs typeface="+mn-cs"/>
              </a:endParaRPr>
            </a:p>
          </p:txBody>
        </p:sp>
        <p:sp>
          <p:nvSpPr>
            <p:cNvPr id="57" name="Arrow: Left-Right 56">
              <a:extLst>
                <a:ext uri="{FF2B5EF4-FFF2-40B4-BE49-F238E27FC236}">
                  <a16:creationId xmlns:a16="http://schemas.microsoft.com/office/drawing/2014/main" id="{FCFCDD18-58BC-407C-9085-247DDE26F695}"/>
                </a:ext>
              </a:extLst>
            </p:cNvPr>
            <p:cNvSpPr/>
            <p:nvPr/>
          </p:nvSpPr>
          <p:spPr>
            <a:xfrm>
              <a:off x="10663238" y="4398571"/>
              <a:ext cx="312383" cy="265298"/>
            </a:xfrm>
            <a:prstGeom prst="leftRightArrow">
              <a:avLst>
                <a:gd name="adj1" fmla="val 100000"/>
                <a:gd name="adj2" fmla="val 34444"/>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58" name="Group 57">
            <a:extLst>
              <a:ext uri="{FF2B5EF4-FFF2-40B4-BE49-F238E27FC236}">
                <a16:creationId xmlns:a16="http://schemas.microsoft.com/office/drawing/2014/main" id="{133A26CB-B432-437A-870F-A2FD85E57565}"/>
              </a:ext>
            </a:extLst>
          </p:cNvPr>
          <p:cNvGrpSpPr/>
          <p:nvPr/>
        </p:nvGrpSpPr>
        <p:grpSpPr>
          <a:xfrm>
            <a:off x="6659563" y="4979254"/>
            <a:ext cx="400619" cy="1026989"/>
            <a:chOff x="10663238" y="4398571"/>
            <a:chExt cx="400619" cy="265298"/>
          </a:xfrm>
        </p:grpSpPr>
        <p:sp>
          <p:nvSpPr>
            <p:cNvPr id="59" name="Arrow: Left-Right 58">
              <a:extLst>
                <a:ext uri="{FF2B5EF4-FFF2-40B4-BE49-F238E27FC236}">
                  <a16:creationId xmlns:a16="http://schemas.microsoft.com/office/drawing/2014/main" id="{F19D499C-D254-4708-AD7E-2F76E99759BF}"/>
                </a:ext>
              </a:extLst>
            </p:cNvPr>
            <p:cNvSpPr/>
            <p:nvPr/>
          </p:nvSpPr>
          <p:spPr>
            <a:xfrm>
              <a:off x="10696575" y="4437696"/>
              <a:ext cx="367282" cy="187047"/>
            </a:xfrm>
            <a:prstGeom prst="leftRightArrow">
              <a:avLst>
                <a:gd name="adj1" fmla="val 100000"/>
                <a:gd name="adj2" fmla="val 34444"/>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Segoe UI"/>
                <a:ea typeface="+mn-ea"/>
                <a:cs typeface="+mn-cs"/>
              </a:endParaRPr>
            </a:p>
          </p:txBody>
        </p:sp>
        <p:sp>
          <p:nvSpPr>
            <p:cNvPr id="60" name="Arrow: Left-Right 59">
              <a:extLst>
                <a:ext uri="{FF2B5EF4-FFF2-40B4-BE49-F238E27FC236}">
                  <a16:creationId xmlns:a16="http://schemas.microsoft.com/office/drawing/2014/main" id="{DBBA4982-81E1-4556-B075-C15A909AC311}"/>
                </a:ext>
              </a:extLst>
            </p:cNvPr>
            <p:cNvSpPr/>
            <p:nvPr/>
          </p:nvSpPr>
          <p:spPr>
            <a:xfrm>
              <a:off x="10663238" y="4398571"/>
              <a:ext cx="312383" cy="265298"/>
            </a:xfrm>
            <a:prstGeom prst="leftRightArrow">
              <a:avLst>
                <a:gd name="adj1" fmla="val 100000"/>
                <a:gd name="adj2" fmla="val 34444"/>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grpSp>
      <p:sp>
        <p:nvSpPr>
          <p:cNvPr id="63" name="TextBox 62">
            <a:extLst>
              <a:ext uri="{FF2B5EF4-FFF2-40B4-BE49-F238E27FC236}">
                <a16:creationId xmlns:a16="http://schemas.microsoft.com/office/drawing/2014/main" id="{6ABD8D9A-0B9E-41B7-B8CC-B13B803A48DC}"/>
              </a:ext>
            </a:extLst>
          </p:cNvPr>
          <p:cNvSpPr txBox="1"/>
          <p:nvPr/>
        </p:nvSpPr>
        <p:spPr>
          <a:xfrm>
            <a:off x="584200" y="6646723"/>
            <a:ext cx="4950073" cy="124650"/>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0078D4"/>
                </a:solidFill>
                <a:effectLst/>
                <a:uLnTx/>
                <a:uFillTx/>
                <a:latin typeface="Segoe UI"/>
                <a:ea typeface="+mn-ea"/>
                <a:cs typeface="+mn-cs"/>
              </a:rPr>
              <a:t>* See Leadership Programs Roadmap for specific guidance for OU Leader Successor</a:t>
            </a:r>
          </a:p>
        </p:txBody>
      </p:sp>
      <p:sp>
        <p:nvSpPr>
          <p:cNvPr id="74" name="TextBox 73">
            <a:extLst>
              <a:ext uri="{FF2B5EF4-FFF2-40B4-BE49-F238E27FC236}">
                <a16:creationId xmlns:a16="http://schemas.microsoft.com/office/drawing/2014/main" id="{DF14F8EF-75B8-45EA-9BD2-93E80E33027D}"/>
              </a:ext>
            </a:extLst>
          </p:cNvPr>
          <p:cNvSpPr txBox="1"/>
          <p:nvPr/>
        </p:nvSpPr>
        <p:spPr>
          <a:xfrm>
            <a:off x="7319478" y="977107"/>
            <a:ext cx="1902765"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Specific Suggestions</a:t>
            </a:r>
            <a:endParaRPr kumimoji="0" lang="en-IN" sz="1600"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75" name="TextBox 74">
            <a:extLst>
              <a:ext uri="{FF2B5EF4-FFF2-40B4-BE49-F238E27FC236}">
                <a16:creationId xmlns:a16="http://schemas.microsoft.com/office/drawing/2014/main" id="{AB3E32E0-0ACC-4760-AD84-E3DD70562EF2}"/>
              </a:ext>
            </a:extLst>
          </p:cNvPr>
          <p:cNvSpPr txBox="1"/>
          <p:nvPr/>
        </p:nvSpPr>
        <p:spPr>
          <a:xfrm>
            <a:off x="4223605" y="977107"/>
            <a:ext cx="2535438"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Possible Learning Solutions</a:t>
            </a:r>
            <a:endParaRPr kumimoji="0" lang="en-IN" sz="1600"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76" name="TextBox 75">
            <a:extLst>
              <a:ext uri="{FF2B5EF4-FFF2-40B4-BE49-F238E27FC236}">
                <a16:creationId xmlns:a16="http://schemas.microsoft.com/office/drawing/2014/main" id="{63D817F7-1A95-4ECC-B499-A4BAC07E7680}"/>
              </a:ext>
            </a:extLst>
          </p:cNvPr>
          <p:cNvSpPr txBox="1"/>
          <p:nvPr/>
        </p:nvSpPr>
        <p:spPr>
          <a:xfrm>
            <a:off x="719670" y="977107"/>
            <a:ext cx="758221"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mn-ea"/>
                <a:cs typeface="+mn-cs"/>
              </a:rPr>
              <a:t>Purpose</a:t>
            </a:r>
            <a:endParaRPr kumimoji="0" lang="en-IN" sz="1600"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77" name="Rectangle: Top Corners Rounded 76">
            <a:extLst>
              <a:ext uri="{FF2B5EF4-FFF2-40B4-BE49-F238E27FC236}">
                <a16:creationId xmlns:a16="http://schemas.microsoft.com/office/drawing/2014/main" id="{9115F0BC-C58D-42BD-AD88-9E82865FA95F}"/>
              </a:ext>
            </a:extLst>
          </p:cNvPr>
          <p:cNvSpPr/>
          <p:nvPr/>
        </p:nvSpPr>
        <p:spPr bwMode="auto">
          <a:xfrm>
            <a:off x="7319478" y="1395288"/>
            <a:ext cx="4152852" cy="1463040"/>
          </a:xfrm>
          <a:prstGeom prst="round2SameRect">
            <a:avLst>
              <a:gd name="adj1" fmla="val 9289"/>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36576" rIns="45720" bIns="36576" numCol="1" spcCol="0" rtlCol="0" fromWordArt="0" anchor="ctr" anchorCtr="0" forceAA="0" compatLnSpc="1">
            <a:prstTxWarp prst="textNoShape">
              <a:avLst/>
            </a:prstTxWarp>
            <a:noAutofit/>
          </a:bodyPr>
          <a:lstStyle/>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Use Microsoft’s assessments to prioritize your leadership skill development</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Participate in a Microsoft leadership development program</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Build core leadership capability through </a:t>
            </a:r>
            <a:r>
              <a:rPr kumimoji="0" lang="en-US" sz="1000" b="0" i="0" u="none" strike="noStrike" kern="1200" cap="none" spc="0" normalizeH="0" baseline="0" noProof="0">
                <a:ln>
                  <a:noFill/>
                </a:ln>
                <a:solidFill>
                  <a:srgbClr val="242424"/>
                </a:solidFill>
                <a:effectLst/>
                <a:uLnTx/>
                <a:uFillTx/>
                <a:latin typeface="Segoe UI" panose="020B0502040204020203" pitchFamily="34" charset="0"/>
                <a:ea typeface="+mn-ea"/>
                <a:cs typeface="+mn-cs"/>
              </a:rPr>
              <a:t>Microsoft’s partnership with Cornell University</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Complete an industry leadership course or assessment</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Complete technical or professional certification</a:t>
            </a:r>
          </a:p>
        </p:txBody>
      </p:sp>
      <p:sp>
        <p:nvSpPr>
          <p:cNvPr id="78" name="Rectangle: Rounded Corners 77">
            <a:extLst>
              <a:ext uri="{FF2B5EF4-FFF2-40B4-BE49-F238E27FC236}">
                <a16:creationId xmlns:a16="http://schemas.microsoft.com/office/drawing/2014/main" id="{A2B1B71E-B176-4372-8724-0DBC0EAA9261}"/>
              </a:ext>
            </a:extLst>
          </p:cNvPr>
          <p:cNvSpPr/>
          <p:nvPr/>
        </p:nvSpPr>
        <p:spPr bwMode="auto">
          <a:xfrm>
            <a:off x="7319478" y="2908235"/>
            <a:ext cx="4152852" cy="1463040"/>
          </a:xfrm>
          <a:prstGeom prst="roundRect">
            <a:avLst>
              <a:gd name="adj" fmla="val 0"/>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36576" rIns="45720" bIns="36576" numCol="1" spcCol="0" rtlCol="0" fromWordArt="0" anchor="ctr" anchorCtr="0" forceAA="0" compatLnSpc="1">
            <a:prstTxWarp prst="textNoShape">
              <a:avLst/>
            </a:prstTxWarp>
            <a:noAutofit/>
          </a:bodyPr>
          <a:lstStyle/>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Accelerate your development by working with a Leadership Coach</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Seek relevant Mentors/Career Advisors/Sponsors</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Seek a Reverse Mentor who is earlier in career or much less senior</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Create a networking plan to meet internal and external executives</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Identify your own personal “board of directors” (advisors to your personal/professional growth)</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Establish or join a managed cohort/learning circle</a:t>
            </a:r>
            <a:endParaRPr kumimoji="0" lang="en-IN" sz="1000" b="0" i="0" u="none" strike="noStrike" kern="1200" cap="none" spc="0" normalizeH="0" baseline="0" noProof="0">
              <a:ln>
                <a:noFill/>
              </a:ln>
              <a:solidFill>
                <a:srgbClr val="000000"/>
              </a:solidFill>
              <a:effectLst/>
              <a:uLnTx/>
              <a:uFillTx/>
              <a:latin typeface="Segoe UI"/>
              <a:ea typeface="+mn-ea"/>
              <a:cs typeface="Segoe UI" pitchFamily="34" charset="0"/>
            </a:endParaRP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IN" sz="1000" b="0" i="0" u="none" strike="noStrike" kern="1200" cap="none" spc="0" normalizeH="0" baseline="0" noProof="0">
                <a:ln>
                  <a:noFill/>
                </a:ln>
                <a:solidFill>
                  <a:srgbClr val="000000"/>
                </a:solidFill>
                <a:effectLst/>
                <a:uLnTx/>
                <a:uFillTx/>
                <a:latin typeface="Segoe UI"/>
                <a:ea typeface="+mn-ea"/>
                <a:cs typeface="Segoe UI" pitchFamily="34" charset="0"/>
              </a:rPr>
              <a:t>Seek for timely feedbacks through 1:1s, Connects, etc.</a:t>
            </a:r>
            <a:endPar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79" name="Rectangle: Top Corners Rounded 78">
            <a:extLst>
              <a:ext uri="{FF2B5EF4-FFF2-40B4-BE49-F238E27FC236}">
                <a16:creationId xmlns:a16="http://schemas.microsoft.com/office/drawing/2014/main" id="{8C8FC81B-CB96-4060-9E90-DF67324EEDC9}"/>
              </a:ext>
            </a:extLst>
          </p:cNvPr>
          <p:cNvSpPr/>
          <p:nvPr/>
        </p:nvSpPr>
        <p:spPr bwMode="auto">
          <a:xfrm>
            <a:off x="7319478" y="4421182"/>
            <a:ext cx="4152852" cy="2046293"/>
          </a:xfrm>
          <a:prstGeom prst="round2SameRect">
            <a:avLst>
              <a:gd name="adj1" fmla="val 0"/>
              <a:gd name="adj2" fmla="val 4655"/>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36576" rIns="45720" bIns="36576" numCol="1" spcCol="27432" rtlCol="0" fromWordArt="0" anchor="ctr" anchorCtr="0" forceAA="0" compatLnSpc="1">
            <a:prstTxWarp prst="textNoShape">
              <a:avLst/>
            </a:prstTxWarp>
            <a:noAutofit/>
          </a:bodyPr>
          <a:lstStyle/>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Move to a similar role to deepen expertise</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Move to a different type of role or business to broaden experience</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Shadow a leader to learn about their business and/or leadership approach</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Take on a strategic project or problem to be solved</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Participate in or lead an acquisition</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Move to a new geography</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Be an executive sponsor of a strategic account</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Join a non-profit or industry, standards, or governmental board</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Play a role as a “teacher” on a challenging topic</a:t>
            </a:r>
          </a:p>
          <a:p>
            <a:pPr marL="174625" marR="0" lvl="0" indent="-174625" algn="l" defTabSz="932472" rtl="0" eaLnBrk="1" fontAlgn="base" latinLnBrk="0" hangingPunct="1">
              <a:lnSpc>
                <a:spcPct val="100000"/>
              </a:lnSpc>
              <a:spcBef>
                <a:spcPct val="0"/>
              </a:spcBef>
              <a:spcAft>
                <a:spcPts val="1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ea"/>
                <a:cs typeface="Segoe UI" pitchFamily="34" charset="0"/>
              </a:rPr>
              <a:t>Play a role in a corporate initiative unrelated to your core work, such as culture, change management, or inclusion</a:t>
            </a:r>
          </a:p>
        </p:txBody>
      </p:sp>
      <p:sp>
        <p:nvSpPr>
          <p:cNvPr id="64" name="Rectangle: Top Corners Rounded 63">
            <a:extLst>
              <a:ext uri="{FF2B5EF4-FFF2-40B4-BE49-F238E27FC236}">
                <a16:creationId xmlns:a16="http://schemas.microsoft.com/office/drawing/2014/main" id="{547F2741-122A-4514-9F58-381727A3E583}"/>
              </a:ext>
            </a:extLst>
          </p:cNvPr>
          <p:cNvSpPr>
            <a:spLocks/>
          </p:cNvSpPr>
          <p:nvPr/>
        </p:nvSpPr>
        <p:spPr bwMode="auto">
          <a:xfrm>
            <a:off x="719670" y="1395289"/>
            <a:ext cx="3199868" cy="1466827"/>
          </a:xfrm>
          <a:prstGeom prst="round2SameRect">
            <a:avLst>
              <a:gd name="adj1" fmla="val 8009"/>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36576" rIns="36000" bIns="36576" numCol="1" spcCol="0" rtlCol="0" fromWordArt="0" anchor="ctr" anchorCtr="0" forceAA="0" compatLnSpc="1">
            <a:prstTxWarp prst="textNoShape">
              <a:avLst/>
            </a:prstTxWarp>
            <a:noAutofit/>
          </a:bodyPr>
          <a:lstStyle/>
          <a:p>
            <a:pPr marL="182563" marR="0" lvl="0" indent="-182563" algn="l" defTabSz="932472"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Structured, standardized learning</a:t>
            </a:r>
          </a:p>
          <a:p>
            <a:pPr marL="182563" marR="0" lvl="0" indent="-182563" algn="l" defTabSz="932472"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Build knowledge of content/theory</a:t>
            </a:r>
          </a:p>
          <a:p>
            <a:pPr marL="182563" marR="0" lvl="0" indent="-182563" algn="l" defTabSz="932472"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Providing training on regulations, </a:t>
            </a:r>
            <a:br>
              <a:rPr kumimoji="0" lang="en-US" sz="11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br>
            <a:r>
              <a:rPr kumimoji="0" lang="en-US" sz="11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rPr>
              <a:t>processes, policies and procedures</a:t>
            </a:r>
            <a:endParaRPr kumimoji="0" lang="en-IN" sz="11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65" name="Rectangle 64">
            <a:extLst>
              <a:ext uri="{FF2B5EF4-FFF2-40B4-BE49-F238E27FC236}">
                <a16:creationId xmlns:a16="http://schemas.microsoft.com/office/drawing/2014/main" id="{AED83212-FC4B-4F79-AF3C-F768CB56D642}"/>
              </a:ext>
            </a:extLst>
          </p:cNvPr>
          <p:cNvSpPr>
            <a:spLocks/>
          </p:cNvSpPr>
          <p:nvPr/>
        </p:nvSpPr>
        <p:spPr bwMode="auto">
          <a:xfrm>
            <a:off x="719670" y="2912955"/>
            <a:ext cx="2971799" cy="1466827"/>
          </a:xfrm>
          <a:prstGeom prst="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36576" rIns="36000" bIns="36576" numCol="1" spcCol="0" rtlCol="0" fromWordArt="0" anchor="ctr" anchorCtr="0" forceAA="0" compatLnSpc="1">
            <a:prstTxWarp prst="textNoShape">
              <a:avLst/>
            </a:prstTxWarp>
            <a:noAutofit/>
          </a:bodyPr>
          <a:lstStyle/>
          <a:p>
            <a:pPr marL="182563" marR="0" lvl="0" indent="-182563" algn="l" defTabSz="932472"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Build knowledge and skills </a:t>
            </a:r>
            <a:b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b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through networking, support </a:t>
            </a:r>
            <a:b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b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and collaboration</a:t>
            </a:r>
          </a:p>
          <a:p>
            <a:pPr marL="182563" marR="0" lvl="0" indent="-182563" algn="l" defTabSz="932472"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Build expertise and </a:t>
            </a:r>
            <a:b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b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confidence through regular </a:t>
            </a:r>
            <a:b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b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review and feedback</a:t>
            </a:r>
            <a:endPar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66" name="Rectangle: Top Corners Rounded 65">
            <a:extLst>
              <a:ext uri="{FF2B5EF4-FFF2-40B4-BE49-F238E27FC236}">
                <a16:creationId xmlns:a16="http://schemas.microsoft.com/office/drawing/2014/main" id="{87289267-A54C-4D45-BAF2-CA93916522D0}"/>
              </a:ext>
            </a:extLst>
          </p:cNvPr>
          <p:cNvSpPr>
            <a:spLocks/>
          </p:cNvSpPr>
          <p:nvPr/>
        </p:nvSpPr>
        <p:spPr bwMode="auto">
          <a:xfrm>
            <a:off x="719670" y="4421181"/>
            <a:ext cx="2971799" cy="2048256"/>
          </a:xfrm>
          <a:prstGeom prst="round2SameRect">
            <a:avLst>
              <a:gd name="adj1" fmla="val 0"/>
              <a:gd name="adj2" fmla="val 5348"/>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2000" tIns="36576" rIns="36000" bIns="36576" numCol="1" spcCol="0" rtlCol="0" fromWordArt="0" anchor="ctr" anchorCtr="0" forceAA="0" compatLnSpc="1">
            <a:prstTxWarp prst="textNoShape">
              <a:avLst/>
            </a:prstTxWarp>
            <a:noAutofit/>
          </a:bodyPr>
          <a:lstStyle/>
          <a:p>
            <a:pPr marL="182563" marR="0" lvl="0" indent="-182563" algn="l" defTabSz="932472"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Build knowledge </a:t>
            </a:r>
            <a:b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b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and skills through </a:t>
            </a:r>
            <a:b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b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daily experience </a:t>
            </a:r>
            <a:b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b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and activities</a:t>
            </a:r>
          </a:p>
          <a:p>
            <a:pPr marL="182563" marR="0" lvl="0" indent="-182563" algn="l" defTabSz="932472" rtl="0" eaLnBrk="1" fontAlgn="base" latinLnBrk="0" hangingPunct="1">
              <a:lnSpc>
                <a:spcPct val="100000"/>
              </a:lnSpc>
              <a:spcBef>
                <a:spcPct val="0"/>
              </a:spcBef>
              <a:spcAft>
                <a:spcPts val="600"/>
              </a:spcAft>
              <a:buClrTx/>
              <a:buSzTx/>
              <a:buFont typeface="Arial" panose="020B0604020202020204" pitchFamily="34" charset="0"/>
              <a:buChar char="•"/>
              <a:tabLst/>
              <a:defRPr/>
            </a:pPr>
            <a:r>
              <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rPr>
              <a:t>Build experience </a:t>
            </a:r>
            <a:br>
              <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rPr>
            </a:br>
            <a:r>
              <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rPr>
              <a:t>and confidence </a:t>
            </a:r>
            <a:br>
              <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rPr>
            </a:br>
            <a:r>
              <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rPr>
              <a:t>through continual </a:t>
            </a:r>
            <a:br>
              <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rPr>
            </a:br>
            <a:r>
              <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rPr>
              <a:t>application</a:t>
            </a:r>
          </a:p>
        </p:txBody>
      </p:sp>
      <p:sp>
        <p:nvSpPr>
          <p:cNvPr id="67" name="Rectangle: Top Corners Rounded 66">
            <a:extLst>
              <a:ext uri="{FF2B5EF4-FFF2-40B4-BE49-F238E27FC236}">
                <a16:creationId xmlns:a16="http://schemas.microsoft.com/office/drawing/2014/main" id="{59F3F5B4-B1F4-4DB9-A67B-BE32491DB825}"/>
              </a:ext>
            </a:extLst>
          </p:cNvPr>
          <p:cNvSpPr>
            <a:spLocks/>
          </p:cNvSpPr>
          <p:nvPr/>
        </p:nvSpPr>
        <p:spPr bwMode="auto">
          <a:xfrm>
            <a:off x="3702745" y="1395289"/>
            <a:ext cx="3056298" cy="1466827"/>
          </a:xfrm>
          <a:prstGeom prst="round2SameRect">
            <a:avLst>
              <a:gd name="adj1" fmla="val 8550"/>
              <a:gd name="adj2" fmla="val 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36576" rIns="72000" bIns="36576" numCol="1" spcCol="0" rtlCol="0" fromWordArt="0" anchor="ctr" anchorCtr="0" forceAA="0" compatLnSpc="1">
            <a:prstTxWarp prst="textNoShape">
              <a:avLst/>
            </a:prstTxWarp>
            <a:noAutofit/>
          </a:bodyPr>
          <a:lstStyle/>
          <a:p>
            <a:pPr marL="40005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Formal learning (classes, programs)</a:t>
            </a:r>
          </a:p>
          <a:p>
            <a:pPr marL="45720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Research (online, books, journals)</a:t>
            </a:r>
          </a:p>
          <a:p>
            <a:pPr marL="51435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Videos, podcasts</a:t>
            </a:r>
          </a:p>
          <a:p>
            <a:pPr marL="57150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Assessments</a:t>
            </a:r>
          </a:p>
          <a:p>
            <a:pPr marL="630238" marR="0" lvl="0" indent="-184150"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Self-study</a:t>
            </a:r>
            <a:endPar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68" name="Rectangle 67">
            <a:extLst>
              <a:ext uri="{FF2B5EF4-FFF2-40B4-BE49-F238E27FC236}">
                <a16:creationId xmlns:a16="http://schemas.microsoft.com/office/drawing/2014/main" id="{6B26E83C-1BE6-4074-B154-951E5033C3F5}"/>
              </a:ext>
            </a:extLst>
          </p:cNvPr>
          <p:cNvSpPr>
            <a:spLocks/>
          </p:cNvSpPr>
          <p:nvPr/>
        </p:nvSpPr>
        <p:spPr bwMode="auto">
          <a:xfrm>
            <a:off x="3702745" y="2908235"/>
            <a:ext cx="3056298" cy="1466827"/>
          </a:xfrm>
          <a:prstGeom prst="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36576" rIns="72000" bIns="36576" numCol="1" spcCol="0" rtlCol="0" fromWordArt="0" anchor="ctr" anchorCtr="0" forceAA="0" compatLnSpc="1">
            <a:prstTxWarp prst="textNoShape">
              <a:avLst/>
            </a:prstTxWarp>
            <a:noAutofit/>
          </a:bodyPr>
          <a:lstStyle/>
          <a:p>
            <a:pPr marL="74295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Manager feedback</a:t>
            </a:r>
          </a:p>
          <a:p>
            <a:pPr marL="80010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Feedback tools</a:t>
            </a:r>
          </a:p>
          <a:p>
            <a:pPr marL="874713"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Shadowing</a:t>
            </a:r>
          </a:p>
          <a:p>
            <a:pPr marL="957263"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Coaching</a:t>
            </a:r>
          </a:p>
          <a:p>
            <a:pPr marL="1017588"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Mentoring</a:t>
            </a:r>
          </a:p>
          <a:p>
            <a:pPr marL="108585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Networks</a:t>
            </a:r>
            <a:endPar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69" name="Rectangle: Top Corners Rounded 68">
            <a:extLst>
              <a:ext uri="{FF2B5EF4-FFF2-40B4-BE49-F238E27FC236}">
                <a16:creationId xmlns:a16="http://schemas.microsoft.com/office/drawing/2014/main" id="{87C50423-48DA-498D-922A-8CF74AAB5438}"/>
              </a:ext>
            </a:extLst>
          </p:cNvPr>
          <p:cNvSpPr>
            <a:spLocks/>
          </p:cNvSpPr>
          <p:nvPr/>
        </p:nvSpPr>
        <p:spPr bwMode="auto">
          <a:xfrm>
            <a:off x="3702745" y="4421181"/>
            <a:ext cx="3056298" cy="2048256"/>
          </a:xfrm>
          <a:prstGeom prst="round2SameRect">
            <a:avLst>
              <a:gd name="adj1" fmla="val 0"/>
              <a:gd name="adj2" fmla="val 4883"/>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36576" rIns="72000" bIns="36576" numCol="1" spcCol="0" rtlCol="0" fromWordArt="0" anchor="ctr" anchorCtr="0" forceAA="0" compatLnSpc="1">
            <a:prstTxWarp prst="textNoShape">
              <a:avLst/>
            </a:prstTxWarp>
            <a:noAutofit/>
          </a:bodyPr>
          <a:lstStyle/>
          <a:p>
            <a:pPr marL="1298575"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Acquired on the job</a:t>
            </a:r>
          </a:p>
          <a:p>
            <a:pPr marL="1357313"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Onboarding and inductions</a:t>
            </a:r>
          </a:p>
          <a:p>
            <a:pPr marL="148590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Action learning</a:t>
            </a:r>
          </a:p>
          <a:p>
            <a:pPr marL="154305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Projects/assignments</a:t>
            </a:r>
          </a:p>
          <a:p>
            <a:pPr marL="160020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Secondments</a:t>
            </a:r>
          </a:p>
          <a:p>
            <a:pPr marL="1657350" marR="0" lvl="0" indent="-182563" algn="l" defTabSz="932472" rtl="0" eaLnBrk="1" fontAlgn="base" latinLnBrk="0" hangingPunct="1">
              <a:lnSpc>
                <a:spcPct val="100000"/>
              </a:lnSpc>
              <a:spcBef>
                <a:spcPct val="0"/>
              </a:spcBef>
              <a:spcAft>
                <a:spcPts val="5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Segoe UI"/>
                <a:ea typeface="+mn-ea"/>
                <a:cs typeface="Segoe UI" pitchFamily="34" charset="0"/>
              </a:rPr>
              <a:t>Job/task rotation</a:t>
            </a:r>
            <a:endParaRPr kumimoji="0" lang="en-IN" sz="11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20" name="Group 19">
            <a:extLst>
              <a:ext uri="{FF2B5EF4-FFF2-40B4-BE49-F238E27FC236}">
                <a16:creationId xmlns:a16="http://schemas.microsoft.com/office/drawing/2014/main" id="{7D38A569-3E43-4543-A62E-B9985FADCAAE}"/>
              </a:ext>
            </a:extLst>
          </p:cNvPr>
          <p:cNvGrpSpPr/>
          <p:nvPr/>
        </p:nvGrpSpPr>
        <p:grpSpPr>
          <a:xfrm>
            <a:off x="2188578" y="1614711"/>
            <a:ext cx="2988106" cy="4854217"/>
            <a:chOff x="2188578" y="1614711"/>
            <a:chExt cx="2988106" cy="4854217"/>
          </a:xfrm>
        </p:grpSpPr>
        <p:sp>
          <p:nvSpPr>
            <p:cNvPr id="13" name="Freeform: Shape 12">
              <a:extLst>
                <a:ext uri="{FF2B5EF4-FFF2-40B4-BE49-F238E27FC236}">
                  <a16:creationId xmlns:a16="http://schemas.microsoft.com/office/drawing/2014/main" id="{F8DA9D91-8456-4FF9-8FAC-FF6717384A2E}"/>
                </a:ext>
              </a:extLst>
            </p:cNvPr>
            <p:cNvSpPr/>
            <p:nvPr/>
          </p:nvSpPr>
          <p:spPr>
            <a:xfrm>
              <a:off x="2188578" y="4411858"/>
              <a:ext cx="2988106" cy="2057070"/>
            </a:xfrm>
            <a:custGeom>
              <a:avLst/>
              <a:gdLst>
                <a:gd name="connsiteX0" fmla="*/ 2412489 w 2988106"/>
                <a:gd name="connsiteY0" fmla="*/ 65926 h 2057070"/>
                <a:gd name="connsiteX1" fmla="*/ 2982541 w 2988106"/>
                <a:gd name="connsiteY1" fmla="*/ 1938610 h 2057070"/>
                <a:gd name="connsiteX2" fmla="*/ 2921038 w 2988106"/>
                <a:gd name="connsiteY2" fmla="*/ 2053701 h 2057070"/>
                <a:gd name="connsiteX3" fmla="*/ 2894353 w 2988106"/>
                <a:gd name="connsiteY3" fmla="*/ 2057678 h 2057070"/>
                <a:gd name="connsiteX4" fmla="*/ 91235 w 2988106"/>
                <a:gd name="connsiteY4" fmla="*/ 2057678 h 2057070"/>
                <a:gd name="connsiteX5" fmla="*/ -1529 w 2988106"/>
                <a:gd name="connsiteY5" fmla="*/ 1965957 h 2057070"/>
                <a:gd name="connsiteX6" fmla="*/ 2284 w 2988106"/>
                <a:gd name="connsiteY6" fmla="*/ 1939119 h 2057070"/>
                <a:gd name="connsiteX7" fmla="*/ 560644 w 2988106"/>
                <a:gd name="connsiteY7" fmla="*/ 66435 h 2057070"/>
                <a:gd name="connsiteX8" fmla="*/ 649596 w 2988106"/>
                <a:gd name="connsiteY8" fmla="*/ 610 h 2057070"/>
                <a:gd name="connsiteX9" fmla="*/ 2324173 w 2988106"/>
                <a:gd name="connsiteY9" fmla="*/ 610 h 2057070"/>
                <a:gd name="connsiteX10" fmla="*/ 2412489 w 2988106"/>
                <a:gd name="connsiteY10" fmla="*/ 65926 h 2057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88106" h="2057070">
                  <a:moveTo>
                    <a:pt x="2412489" y="65926"/>
                  </a:moveTo>
                  <a:lnTo>
                    <a:pt x="2982541" y="1938610"/>
                  </a:lnTo>
                  <a:cubicBezTo>
                    <a:pt x="2997409" y="1987369"/>
                    <a:pt x="2969834" y="2038884"/>
                    <a:pt x="2921038" y="2053701"/>
                  </a:cubicBezTo>
                  <a:cubicBezTo>
                    <a:pt x="2912398" y="2056332"/>
                    <a:pt x="2903374" y="2057666"/>
                    <a:pt x="2894353" y="2057678"/>
                  </a:cubicBezTo>
                  <a:lnTo>
                    <a:pt x="91235" y="2057678"/>
                  </a:lnTo>
                  <a:cubicBezTo>
                    <a:pt x="40278" y="2057971"/>
                    <a:pt x="-1275" y="2016901"/>
                    <a:pt x="-1529" y="1965957"/>
                  </a:cubicBezTo>
                  <a:cubicBezTo>
                    <a:pt x="-1657" y="1956871"/>
                    <a:pt x="-259" y="1947823"/>
                    <a:pt x="2284" y="1939119"/>
                  </a:cubicBezTo>
                  <a:lnTo>
                    <a:pt x="560644" y="66435"/>
                  </a:lnTo>
                  <a:cubicBezTo>
                    <a:pt x="572463" y="27194"/>
                    <a:pt x="608679" y="407"/>
                    <a:pt x="649596" y="610"/>
                  </a:cubicBezTo>
                  <a:lnTo>
                    <a:pt x="2324173" y="610"/>
                  </a:lnTo>
                  <a:cubicBezTo>
                    <a:pt x="2364836" y="572"/>
                    <a:pt x="2400672" y="27093"/>
                    <a:pt x="2412489" y="65926"/>
                  </a:cubicBezTo>
                  <a:close/>
                </a:path>
              </a:pathLst>
            </a:custGeom>
            <a:solidFill>
              <a:srgbClr val="FFFFFF"/>
            </a:solidFill>
            <a:ln w="12686" cap="flat">
              <a:noFill/>
              <a:prstDash val="solid"/>
              <a:miter/>
            </a:ln>
          </p:spPr>
          <p:txBody>
            <a:bodyPr rtlCol="0" anchor="ct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78D4">
                      <a:lumMod val="50000"/>
                    </a:srgbClr>
                  </a:solidFill>
                  <a:effectLst/>
                  <a:uLnTx/>
                  <a:uFillTx/>
                  <a:latin typeface="Segoe UI Semibold"/>
                  <a:ea typeface="+mn-ea"/>
                  <a:cs typeface="+mn-cs"/>
                </a:rPr>
                <a:t>70%</a:t>
              </a:r>
              <a:br>
                <a:rPr kumimoji="0" lang="en-US" sz="1600" b="0" i="0" u="none" strike="noStrike" kern="1200" cap="none" spc="0" normalizeH="0" baseline="0" noProof="0">
                  <a:ln>
                    <a:noFill/>
                  </a:ln>
                  <a:solidFill>
                    <a:srgbClr val="0078D4">
                      <a:lumMod val="50000"/>
                    </a:srgbClr>
                  </a:solidFill>
                  <a:effectLst/>
                  <a:uLnTx/>
                  <a:uFillTx/>
                  <a:latin typeface="Segoe UI Semibold"/>
                  <a:ea typeface="+mn-ea"/>
                  <a:cs typeface="+mn-cs"/>
                </a:rPr>
              </a:br>
              <a:r>
                <a:rPr kumimoji="0" lang="en-US" sz="1600" b="0" i="0" u="none" strike="noStrike" kern="1200" cap="none" spc="0" normalizeH="0" baseline="0" noProof="0">
                  <a:ln>
                    <a:noFill/>
                  </a:ln>
                  <a:solidFill>
                    <a:srgbClr val="0078D4">
                      <a:lumMod val="50000"/>
                    </a:srgbClr>
                  </a:solidFill>
                  <a:effectLst/>
                  <a:uLnTx/>
                  <a:uFillTx/>
                  <a:latin typeface="Segoe UI Semibold"/>
                  <a:ea typeface="+mn-ea"/>
                  <a:cs typeface="+mn-cs"/>
                </a:rPr>
                <a:t>Job Experience</a:t>
              </a:r>
              <a:endParaRPr kumimoji="0" lang="en-IN" sz="1600" b="0" i="0" u="none" strike="noStrike" kern="1200" cap="none" spc="0" normalizeH="0" baseline="0" noProof="0">
                <a:ln>
                  <a:noFill/>
                </a:ln>
                <a:solidFill>
                  <a:srgbClr val="0078D4">
                    <a:lumMod val="50000"/>
                  </a:srgbClr>
                </a:solidFill>
                <a:effectLst/>
                <a:uLnTx/>
                <a:uFillTx/>
                <a:latin typeface="Segoe UI Semibold"/>
                <a:ea typeface="+mn-ea"/>
                <a:cs typeface="+mn-cs"/>
              </a:endParaRPr>
            </a:p>
          </p:txBody>
        </p:sp>
        <p:sp>
          <p:nvSpPr>
            <p:cNvPr id="14" name="Freeform: Shape 13">
              <a:extLst>
                <a:ext uri="{FF2B5EF4-FFF2-40B4-BE49-F238E27FC236}">
                  <a16:creationId xmlns:a16="http://schemas.microsoft.com/office/drawing/2014/main" id="{1B7BACCF-E8B3-4823-8C73-8F2CE3989173}"/>
                </a:ext>
              </a:extLst>
            </p:cNvPr>
            <p:cNvSpPr/>
            <p:nvPr/>
          </p:nvSpPr>
          <p:spPr>
            <a:xfrm>
              <a:off x="3263629" y="1614711"/>
              <a:ext cx="839295" cy="1253457"/>
            </a:xfrm>
            <a:custGeom>
              <a:avLst/>
              <a:gdLst>
                <a:gd name="connsiteX0" fmla="*/ 506250 w 839295"/>
                <a:gd name="connsiteY0" fmla="*/ 65801 h 1253457"/>
                <a:gd name="connsiteX1" fmla="*/ 833718 w 839295"/>
                <a:gd name="connsiteY1" fmla="*/ 1134871 h 1253457"/>
                <a:gd name="connsiteX2" fmla="*/ 772469 w 839295"/>
                <a:gd name="connsiteY2" fmla="*/ 1250051 h 1253457"/>
                <a:gd name="connsiteX3" fmla="*/ 745529 w 839295"/>
                <a:gd name="connsiteY3" fmla="*/ 1254067 h 1253457"/>
                <a:gd name="connsiteX4" fmla="*/ 90591 w 839295"/>
                <a:gd name="connsiteY4" fmla="*/ 1254067 h 1253457"/>
                <a:gd name="connsiteX5" fmla="*/ -1537 w 839295"/>
                <a:gd name="connsiteY5" fmla="*/ 1161938 h 1253457"/>
                <a:gd name="connsiteX6" fmla="*/ 2530 w 839295"/>
                <a:gd name="connsiteY6" fmla="*/ 1134871 h 1253457"/>
                <a:gd name="connsiteX7" fmla="*/ 329872 w 839295"/>
                <a:gd name="connsiteY7" fmla="*/ 65801 h 1253457"/>
                <a:gd name="connsiteX8" fmla="*/ 445127 w 839295"/>
                <a:gd name="connsiteY8" fmla="*/ 4704 h 1253457"/>
                <a:gd name="connsiteX9" fmla="*/ 506250 w 839295"/>
                <a:gd name="connsiteY9" fmla="*/ 65801 h 125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295" h="1253457">
                  <a:moveTo>
                    <a:pt x="506250" y="65801"/>
                  </a:moveTo>
                  <a:lnTo>
                    <a:pt x="833718" y="1134871"/>
                  </a:lnTo>
                  <a:cubicBezTo>
                    <a:pt x="848586" y="1183605"/>
                    <a:pt x="821137" y="1235171"/>
                    <a:pt x="772469" y="1250051"/>
                  </a:cubicBezTo>
                  <a:cubicBezTo>
                    <a:pt x="763700" y="1252707"/>
                    <a:pt x="754678" y="1254067"/>
                    <a:pt x="745529" y="1254067"/>
                  </a:cubicBezTo>
                  <a:lnTo>
                    <a:pt x="90591" y="1254067"/>
                  </a:lnTo>
                  <a:cubicBezTo>
                    <a:pt x="39762" y="1254067"/>
                    <a:pt x="-1537" y="1212818"/>
                    <a:pt x="-1537" y="1161938"/>
                  </a:cubicBezTo>
                  <a:cubicBezTo>
                    <a:pt x="-1537" y="1152764"/>
                    <a:pt x="-140" y="1143640"/>
                    <a:pt x="2530" y="1134871"/>
                  </a:cubicBezTo>
                  <a:lnTo>
                    <a:pt x="329872" y="65801"/>
                  </a:lnTo>
                  <a:cubicBezTo>
                    <a:pt x="344866" y="17093"/>
                    <a:pt x="396458" y="-10266"/>
                    <a:pt x="445127" y="4704"/>
                  </a:cubicBezTo>
                  <a:cubicBezTo>
                    <a:pt x="474355" y="13675"/>
                    <a:pt x="497227" y="36561"/>
                    <a:pt x="506250" y="65801"/>
                  </a:cubicBezTo>
                  <a:close/>
                </a:path>
              </a:pathLst>
            </a:custGeom>
            <a:solidFill>
              <a:schemeClr val="bg1"/>
            </a:solidFill>
            <a:ln>
              <a:noFill/>
              <a:headEnd type="none" w="med" len="med"/>
              <a:tailEnd type="none" w="med" len="med"/>
            </a:ln>
            <a:effectLst>
              <a:outerShdw blurRad="50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44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78D4">
                      <a:lumMod val="50000"/>
                    </a:srgbClr>
                  </a:solidFill>
                  <a:effectLst/>
                  <a:uLnTx/>
                  <a:uFillTx/>
                  <a:latin typeface="Segoe UI Semibold"/>
                  <a:ea typeface="+mn-ea"/>
                  <a:cs typeface="+mn-cs"/>
                </a:rPr>
                <a:t>10% </a:t>
              </a:r>
              <a:br>
                <a:rPr kumimoji="0" lang="en-US" sz="1000" b="0" i="0" u="none" strike="noStrike" kern="1200" cap="none" spc="0" normalizeH="0" baseline="0" noProof="0">
                  <a:ln>
                    <a:noFill/>
                  </a:ln>
                  <a:solidFill>
                    <a:srgbClr val="0078D4">
                      <a:lumMod val="50000"/>
                    </a:srgbClr>
                  </a:solidFill>
                  <a:effectLst/>
                  <a:uLnTx/>
                  <a:uFillTx/>
                  <a:latin typeface="Segoe UI Semibold"/>
                  <a:ea typeface="+mn-ea"/>
                  <a:cs typeface="+mn-cs"/>
                </a:rPr>
              </a:br>
              <a:r>
                <a:rPr kumimoji="0" lang="en-US" sz="1000" b="0" i="0" u="none" strike="noStrike" kern="1200" cap="none" spc="0" normalizeH="0" baseline="0" noProof="0">
                  <a:ln>
                    <a:noFill/>
                  </a:ln>
                  <a:solidFill>
                    <a:srgbClr val="0078D4">
                      <a:lumMod val="50000"/>
                    </a:srgbClr>
                  </a:solidFill>
                  <a:effectLst/>
                  <a:uLnTx/>
                  <a:uFillTx/>
                  <a:latin typeface="Segoe UI Semibold"/>
                  <a:ea typeface="+mn-ea"/>
                  <a:cs typeface="+mn-cs"/>
                </a:rPr>
                <a:t>Formal</a:t>
              </a:r>
              <a:br>
                <a:rPr kumimoji="0" lang="en-US" sz="1000" b="0" i="0" u="none" strike="noStrike" kern="1200" cap="none" spc="0" normalizeH="0" baseline="0" noProof="0">
                  <a:ln>
                    <a:noFill/>
                  </a:ln>
                  <a:solidFill>
                    <a:srgbClr val="0078D4">
                      <a:lumMod val="50000"/>
                    </a:srgbClr>
                  </a:solidFill>
                  <a:effectLst/>
                  <a:uLnTx/>
                  <a:uFillTx/>
                  <a:latin typeface="Segoe UI Semibold"/>
                  <a:ea typeface="+mn-ea"/>
                  <a:cs typeface="+mn-cs"/>
                </a:rPr>
              </a:br>
              <a:r>
                <a:rPr kumimoji="0" lang="en-US" sz="1000" b="0" i="0" u="none" strike="noStrike" kern="1200" cap="none" spc="0" normalizeH="0" baseline="0" noProof="0">
                  <a:ln>
                    <a:noFill/>
                  </a:ln>
                  <a:solidFill>
                    <a:srgbClr val="0078D4">
                      <a:lumMod val="50000"/>
                    </a:srgbClr>
                  </a:solidFill>
                  <a:effectLst/>
                  <a:uLnTx/>
                  <a:uFillTx/>
                  <a:latin typeface="Segoe UI Semibold"/>
                  <a:ea typeface="+mn-ea"/>
                  <a:cs typeface="+mn-cs"/>
                </a:rPr>
                <a:t>Learning</a:t>
              </a:r>
              <a:endParaRPr kumimoji="0" lang="en-IN" sz="1000" b="0" i="0" u="none" strike="noStrike" kern="1200" cap="none" spc="0" normalizeH="0" baseline="0" noProof="0">
                <a:ln>
                  <a:noFill/>
                </a:ln>
                <a:solidFill>
                  <a:srgbClr val="0078D4">
                    <a:lumMod val="50000"/>
                  </a:srgbClr>
                </a:solidFill>
                <a:effectLst/>
                <a:uLnTx/>
                <a:uFillTx/>
                <a:latin typeface="Segoe UI Semibold"/>
                <a:ea typeface="+mn-ea"/>
                <a:cs typeface="+mn-cs"/>
              </a:endParaRPr>
            </a:p>
          </p:txBody>
        </p:sp>
        <p:sp>
          <p:nvSpPr>
            <p:cNvPr id="15" name="Freeform: Shape 14">
              <a:extLst>
                <a:ext uri="{FF2B5EF4-FFF2-40B4-BE49-F238E27FC236}">
                  <a16:creationId xmlns:a16="http://schemas.microsoft.com/office/drawing/2014/main" id="{8DB7D933-B787-4869-856C-9CA9181C44F0}"/>
                </a:ext>
              </a:extLst>
            </p:cNvPr>
            <p:cNvSpPr/>
            <p:nvPr/>
          </p:nvSpPr>
          <p:spPr>
            <a:xfrm>
              <a:off x="2810738" y="2902224"/>
              <a:ext cx="1745076" cy="1477612"/>
            </a:xfrm>
            <a:custGeom>
              <a:avLst/>
              <a:gdLst>
                <a:gd name="connsiteX0" fmla="*/ 486680 w 1745076"/>
                <a:gd name="connsiteY0" fmla="*/ 609 h 1477612"/>
                <a:gd name="connsiteX1" fmla="*/ 1255349 w 1745076"/>
                <a:gd name="connsiteY1" fmla="*/ 609 h 1477612"/>
                <a:gd name="connsiteX2" fmla="*/ 1343412 w 1745076"/>
                <a:gd name="connsiteY2" fmla="*/ 65798 h 1477612"/>
                <a:gd name="connsiteX3" fmla="*/ 1739499 w 1745076"/>
                <a:gd name="connsiteY3" fmla="*/ 1359026 h 1477612"/>
                <a:gd name="connsiteX4" fmla="*/ 1678250 w 1745076"/>
                <a:gd name="connsiteY4" fmla="*/ 1474206 h 1477612"/>
                <a:gd name="connsiteX5" fmla="*/ 1651311 w 1745076"/>
                <a:gd name="connsiteY5" fmla="*/ 1478221 h 1477612"/>
                <a:gd name="connsiteX6" fmla="*/ 90591 w 1745076"/>
                <a:gd name="connsiteY6" fmla="*/ 1478221 h 1477612"/>
                <a:gd name="connsiteX7" fmla="*/ -1537 w 1745076"/>
                <a:gd name="connsiteY7" fmla="*/ 1386093 h 1477612"/>
                <a:gd name="connsiteX8" fmla="*/ 2530 w 1745076"/>
                <a:gd name="connsiteY8" fmla="*/ 1359026 h 1477612"/>
                <a:gd name="connsiteX9" fmla="*/ 398490 w 1745076"/>
                <a:gd name="connsiteY9" fmla="*/ 65798 h 1477612"/>
                <a:gd name="connsiteX10" fmla="*/ 486680 w 1745076"/>
                <a:gd name="connsiteY10" fmla="*/ 609 h 147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5076" h="1477612">
                  <a:moveTo>
                    <a:pt x="486680" y="609"/>
                  </a:moveTo>
                  <a:lnTo>
                    <a:pt x="1255349" y="609"/>
                  </a:lnTo>
                  <a:cubicBezTo>
                    <a:pt x="1295886" y="622"/>
                    <a:pt x="1331593" y="27079"/>
                    <a:pt x="1343412" y="65798"/>
                  </a:cubicBezTo>
                  <a:lnTo>
                    <a:pt x="1739499" y="1359026"/>
                  </a:lnTo>
                  <a:cubicBezTo>
                    <a:pt x="1754367" y="1407759"/>
                    <a:pt x="1726919" y="1459326"/>
                    <a:pt x="1678250" y="1474206"/>
                  </a:cubicBezTo>
                  <a:cubicBezTo>
                    <a:pt x="1669481" y="1476862"/>
                    <a:pt x="1660460" y="1478221"/>
                    <a:pt x="1651311" y="1478221"/>
                  </a:cubicBezTo>
                  <a:lnTo>
                    <a:pt x="90591" y="1478221"/>
                  </a:lnTo>
                  <a:cubicBezTo>
                    <a:pt x="39762" y="1478221"/>
                    <a:pt x="-1537" y="1436973"/>
                    <a:pt x="-1537" y="1386093"/>
                  </a:cubicBezTo>
                  <a:cubicBezTo>
                    <a:pt x="-1537" y="1376918"/>
                    <a:pt x="-140" y="1367794"/>
                    <a:pt x="2530" y="1359026"/>
                  </a:cubicBezTo>
                  <a:lnTo>
                    <a:pt x="398490" y="65798"/>
                  </a:lnTo>
                  <a:cubicBezTo>
                    <a:pt x="410309" y="27028"/>
                    <a:pt x="446143" y="571"/>
                    <a:pt x="486680" y="609"/>
                  </a:cubicBezTo>
                  <a:close/>
                </a:path>
              </a:pathLst>
            </a:custGeom>
            <a:solidFill>
              <a:schemeClr val="bg1"/>
            </a:solidFill>
            <a:ln>
              <a:noFill/>
              <a:headEnd type="none" w="med" len="med"/>
              <a:tailEnd type="none" w="med" len="med"/>
            </a:ln>
            <a:effectLst>
              <a:outerShdw blurRad="508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78D4">
                      <a:lumMod val="50000"/>
                    </a:srgbClr>
                  </a:solidFill>
                  <a:effectLst/>
                  <a:uLnTx/>
                  <a:uFillTx/>
                  <a:latin typeface="Segoe UI Semibold"/>
                  <a:ea typeface="+mn-ea"/>
                  <a:cs typeface="+mn-cs"/>
                </a:rPr>
                <a:t>20% </a:t>
              </a:r>
              <a:br>
                <a:rPr kumimoji="0" lang="en-US" sz="1400" b="0" i="0" u="none" strike="noStrike" kern="1200" cap="none" spc="0" normalizeH="0" baseline="0" noProof="0">
                  <a:ln>
                    <a:noFill/>
                  </a:ln>
                  <a:solidFill>
                    <a:srgbClr val="0078D4">
                      <a:lumMod val="50000"/>
                    </a:srgbClr>
                  </a:solidFill>
                  <a:effectLst/>
                  <a:uLnTx/>
                  <a:uFillTx/>
                  <a:latin typeface="Segoe UI Semibold"/>
                  <a:ea typeface="+mn-ea"/>
                  <a:cs typeface="+mn-cs"/>
                </a:rPr>
              </a:br>
              <a:r>
                <a:rPr kumimoji="0" lang="en-US" sz="1400" b="0" i="0" u="none" strike="noStrike" kern="1200" cap="none" spc="0" normalizeH="0" baseline="0" noProof="0">
                  <a:ln>
                    <a:noFill/>
                  </a:ln>
                  <a:solidFill>
                    <a:srgbClr val="0078D4">
                      <a:lumMod val="50000"/>
                    </a:srgbClr>
                  </a:solidFill>
                  <a:effectLst/>
                  <a:uLnTx/>
                  <a:uFillTx/>
                  <a:latin typeface="Segoe UI Semibold"/>
                  <a:ea typeface="+mn-ea"/>
                  <a:cs typeface="+mn-cs"/>
                </a:rPr>
                <a:t>Collaboration</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78D4">
                      <a:lumMod val="50000"/>
                    </a:srgbClr>
                  </a:solidFill>
                  <a:effectLst/>
                  <a:uLnTx/>
                  <a:uFillTx/>
                  <a:latin typeface="Segoe UI Semibold"/>
                  <a:ea typeface="+mn-ea"/>
                  <a:cs typeface="+mn-cs"/>
                </a:rPr>
                <a:t>Social Network</a:t>
              </a:r>
              <a:endParaRPr kumimoji="0" lang="en-IN" sz="1400" b="0" i="0" u="none" strike="noStrike" kern="1200" cap="none" spc="0" normalizeH="0" baseline="0" noProof="0">
                <a:ln>
                  <a:noFill/>
                </a:ln>
                <a:solidFill>
                  <a:srgbClr val="0078D4">
                    <a:lumMod val="50000"/>
                  </a:srgbClr>
                </a:solidFill>
                <a:effectLst/>
                <a:uLnTx/>
                <a:uFillTx/>
                <a:latin typeface="Segoe UI Semibold"/>
                <a:ea typeface="+mn-ea"/>
                <a:cs typeface="+mn-cs"/>
              </a:endParaRPr>
            </a:p>
          </p:txBody>
        </p:sp>
        <p:sp>
          <p:nvSpPr>
            <p:cNvPr id="16" name="Freeform: Shape 15">
              <a:extLst>
                <a:ext uri="{FF2B5EF4-FFF2-40B4-BE49-F238E27FC236}">
                  <a16:creationId xmlns:a16="http://schemas.microsoft.com/office/drawing/2014/main" id="{5F6BA7F2-CB72-4BC8-B999-E4FDE03D1DCD}"/>
                </a:ext>
              </a:extLst>
            </p:cNvPr>
            <p:cNvSpPr/>
            <p:nvPr/>
          </p:nvSpPr>
          <p:spPr>
            <a:xfrm>
              <a:off x="2289221" y="4489627"/>
              <a:ext cx="2786186" cy="1907632"/>
            </a:xfrm>
            <a:custGeom>
              <a:avLst/>
              <a:gdLst>
                <a:gd name="connsiteX0" fmla="*/ 604866 w 2786186"/>
                <a:gd name="connsiteY0" fmla="*/ 610 h 1907632"/>
                <a:gd name="connsiteX1" fmla="*/ 2167872 w 2786186"/>
                <a:gd name="connsiteY1" fmla="*/ 610 h 1907632"/>
                <a:gd name="connsiteX2" fmla="*/ 2256060 w 2786186"/>
                <a:gd name="connsiteY2" fmla="*/ 65926 h 1907632"/>
                <a:gd name="connsiteX3" fmla="*/ 2780621 w 2786186"/>
                <a:gd name="connsiteY3" fmla="*/ 1789172 h 1907632"/>
                <a:gd name="connsiteX4" fmla="*/ 2719118 w 2786186"/>
                <a:gd name="connsiteY4" fmla="*/ 1904263 h 1907632"/>
                <a:gd name="connsiteX5" fmla="*/ 2692432 w 2786186"/>
                <a:gd name="connsiteY5" fmla="*/ 1908240 h 1907632"/>
                <a:gd name="connsiteX6" fmla="*/ 91234 w 2786186"/>
                <a:gd name="connsiteY6" fmla="*/ 1908240 h 1907632"/>
                <a:gd name="connsiteX7" fmla="*/ -1529 w 2786186"/>
                <a:gd name="connsiteY7" fmla="*/ 1816518 h 1907632"/>
                <a:gd name="connsiteX8" fmla="*/ 2282 w 2786186"/>
                <a:gd name="connsiteY8" fmla="*/ 1789680 h 1907632"/>
                <a:gd name="connsiteX9" fmla="*/ 516041 w 2786186"/>
                <a:gd name="connsiteY9" fmla="*/ 66435 h 1907632"/>
                <a:gd name="connsiteX10" fmla="*/ 604866 w 2786186"/>
                <a:gd name="connsiteY10" fmla="*/ 610 h 190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6186" h="1907632">
                  <a:moveTo>
                    <a:pt x="604866" y="610"/>
                  </a:moveTo>
                  <a:lnTo>
                    <a:pt x="2167872" y="610"/>
                  </a:lnTo>
                  <a:cubicBezTo>
                    <a:pt x="2208408" y="585"/>
                    <a:pt x="2244243" y="27105"/>
                    <a:pt x="2256060" y="65926"/>
                  </a:cubicBezTo>
                  <a:lnTo>
                    <a:pt x="2780621" y="1789172"/>
                  </a:lnTo>
                  <a:cubicBezTo>
                    <a:pt x="2795489" y="1837930"/>
                    <a:pt x="2767913" y="1889446"/>
                    <a:pt x="2719118" y="1904263"/>
                  </a:cubicBezTo>
                  <a:cubicBezTo>
                    <a:pt x="2710476" y="1906893"/>
                    <a:pt x="2701454" y="1908227"/>
                    <a:pt x="2692432" y="1908240"/>
                  </a:cubicBezTo>
                  <a:lnTo>
                    <a:pt x="91234" y="1908240"/>
                  </a:lnTo>
                  <a:cubicBezTo>
                    <a:pt x="40277" y="1908532"/>
                    <a:pt x="-1276" y="1867462"/>
                    <a:pt x="-1529" y="1816518"/>
                  </a:cubicBezTo>
                  <a:cubicBezTo>
                    <a:pt x="-1657" y="1807432"/>
                    <a:pt x="-259" y="1798385"/>
                    <a:pt x="2282" y="1789680"/>
                  </a:cubicBezTo>
                  <a:lnTo>
                    <a:pt x="516041" y="66435"/>
                  </a:lnTo>
                  <a:cubicBezTo>
                    <a:pt x="527731" y="27220"/>
                    <a:pt x="563949" y="420"/>
                    <a:pt x="604866" y="610"/>
                  </a:cubicBezTo>
                  <a:close/>
                </a:path>
              </a:pathLst>
            </a:custGeom>
            <a:noFill/>
            <a:ln w="6350" cap="flat">
              <a:solidFill>
                <a:schemeClr val="accent1"/>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 name="Freeform: Shape 16">
              <a:extLst>
                <a:ext uri="{FF2B5EF4-FFF2-40B4-BE49-F238E27FC236}">
                  <a16:creationId xmlns:a16="http://schemas.microsoft.com/office/drawing/2014/main" id="{E028353A-1D6E-455A-9938-6C4AF9008906}"/>
                </a:ext>
              </a:extLst>
            </p:cNvPr>
            <p:cNvSpPr/>
            <p:nvPr/>
          </p:nvSpPr>
          <p:spPr>
            <a:xfrm>
              <a:off x="3365161" y="1763696"/>
              <a:ext cx="634892" cy="1027211"/>
            </a:xfrm>
            <a:custGeom>
              <a:avLst/>
              <a:gdLst>
                <a:gd name="connsiteX0" fmla="*/ 362402 w 634892"/>
                <a:gd name="connsiteY0" fmla="*/ 36646 h 1027211"/>
                <a:gd name="connsiteX1" fmla="*/ 629257 w 634892"/>
                <a:gd name="connsiteY1" fmla="*/ 908498 h 1027211"/>
                <a:gd name="connsiteX2" fmla="*/ 568135 w 634892"/>
                <a:gd name="connsiteY2" fmla="*/ 1023754 h 1027211"/>
                <a:gd name="connsiteX3" fmla="*/ 541195 w 634892"/>
                <a:gd name="connsiteY3" fmla="*/ 1027821 h 1027211"/>
                <a:gd name="connsiteX4" fmla="*/ 90718 w 634892"/>
                <a:gd name="connsiteY4" fmla="*/ 1027821 h 1027211"/>
                <a:gd name="connsiteX5" fmla="*/ -1537 w 634892"/>
                <a:gd name="connsiteY5" fmla="*/ 935553 h 1027211"/>
                <a:gd name="connsiteX6" fmla="*/ 2530 w 634892"/>
                <a:gd name="connsiteY6" fmla="*/ 908498 h 1027211"/>
                <a:gd name="connsiteX7" fmla="*/ 269385 w 634892"/>
                <a:gd name="connsiteY7" fmla="*/ 36646 h 1027211"/>
                <a:gd name="connsiteX8" fmla="*/ 327838 w 634892"/>
                <a:gd name="connsiteY8" fmla="*/ 2146 h 1027211"/>
                <a:gd name="connsiteX9" fmla="*/ 362402 w 634892"/>
                <a:gd name="connsiteY9" fmla="*/ 36646 h 1027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4892" h="1027211">
                  <a:moveTo>
                    <a:pt x="362402" y="36646"/>
                  </a:moveTo>
                  <a:lnTo>
                    <a:pt x="629257" y="908498"/>
                  </a:lnTo>
                  <a:cubicBezTo>
                    <a:pt x="644252" y="957206"/>
                    <a:pt x="616804" y="1008811"/>
                    <a:pt x="568135" y="1023754"/>
                  </a:cubicBezTo>
                  <a:cubicBezTo>
                    <a:pt x="559366" y="1026436"/>
                    <a:pt x="550344" y="1027808"/>
                    <a:pt x="541195" y="1027821"/>
                  </a:cubicBezTo>
                  <a:lnTo>
                    <a:pt x="90718" y="1027821"/>
                  </a:lnTo>
                  <a:cubicBezTo>
                    <a:pt x="39762" y="1027821"/>
                    <a:pt x="-1537" y="986509"/>
                    <a:pt x="-1537" y="935553"/>
                  </a:cubicBezTo>
                  <a:cubicBezTo>
                    <a:pt x="-1537" y="926391"/>
                    <a:pt x="-140" y="917267"/>
                    <a:pt x="2530" y="908498"/>
                  </a:cubicBezTo>
                  <a:lnTo>
                    <a:pt x="269385" y="36646"/>
                  </a:lnTo>
                  <a:cubicBezTo>
                    <a:pt x="275993" y="10965"/>
                    <a:pt x="302169" y="-4487"/>
                    <a:pt x="327838" y="2146"/>
                  </a:cubicBezTo>
                  <a:cubicBezTo>
                    <a:pt x="344866" y="6518"/>
                    <a:pt x="358082" y="19720"/>
                    <a:pt x="362402" y="36646"/>
                  </a:cubicBezTo>
                  <a:close/>
                </a:path>
              </a:pathLst>
            </a:custGeom>
            <a:noFill/>
            <a:ln w="6350" cap="flat">
              <a:solidFill>
                <a:schemeClr val="accent1"/>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Freeform: Shape 17">
              <a:extLst>
                <a:ext uri="{FF2B5EF4-FFF2-40B4-BE49-F238E27FC236}">
                  <a16:creationId xmlns:a16="http://schemas.microsoft.com/office/drawing/2014/main" id="{D1F3EF01-6499-4094-AC80-1B95A5CCE5F8}"/>
                </a:ext>
              </a:extLst>
            </p:cNvPr>
            <p:cNvSpPr/>
            <p:nvPr/>
          </p:nvSpPr>
          <p:spPr>
            <a:xfrm>
              <a:off x="2912779" y="2976944"/>
              <a:ext cx="1540361" cy="1328046"/>
            </a:xfrm>
            <a:custGeom>
              <a:avLst/>
              <a:gdLst>
                <a:gd name="connsiteX0" fmla="*/ 440171 w 1540361"/>
                <a:gd name="connsiteY0" fmla="*/ 609 h 1328046"/>
                <a:gd name="connsiteX1" fmla="*/ 1096761 w 1540361"/>
                <a:gd name="connsiteY1" fmla="*/ 609 h 1328046"/>
                <a:gd name="connsiteX2" fmla="*/ 1184949 w 1540361"/>
                <a:gd name="connsiteY2" fmla="*/ 65798 h 1328046"/>
                <a:gd name="connsiteX3" fmla="*/ 1534784 w 1540361"/>
                <a:gd name="connsiteY3" fmla="*/ 1209461 h 1328046"/>
                <a:gd name="connsiteX4" fmla="*/ 1473533 w 1540361"/>
                <a:gd name="connsiteY4" fmla="*/ 1324640 h 1328046"/>
                <a:gd name="connsiteX5" fmla="*/ 1446594 w 1540361"/>
                <a:gd name="connsiteY5" fmla="*/ 1328655 h 1328046"/>
                <a:gd name="connsiteX6" fmla="*/ 90718 w 1540361"/>
                <a:gd name="connsiteY6" fmla="*/ 1328655 h 1328046"/>
                <a:gd name="connsiteX7" fmla="*/ -1537 w 1540361"/>
                <a:gd name="connsiteY7" fmla="*/ 1236349 h 1328046"/>
                <a:gd name="connsiteX8" fmla="*/ 2530 w 1540361"/>
                <a:gd name="connsiteY8" fmla="*/ 1209461 h 1328046"/>
                <a:gd name="connsiteX9" fmla="*/ 352490 w 1540361"/>
                <a:gd name="connsiteY9" fmla="*/ 65798 h 1328046"/>
                <a:gd name="connsiteX10" fmla="*/ 440171 w 1540361"/>
                <a:gd name="connsiteY10" fmla="*/ 609 h 132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0361" h="1328046">
                  <a:moveTo>
                    <a:pt x="440171" y="609"/>
                  </a:moveTo>
                  <a:lnTo>
                    <a:pt x="1096761" y="609"/>
                  </a:lnTo>
                  <a:cubicBezTo>
                    <a:pt x="1137297" y="609"/>
                    <a:pt x="1173005" y="27053"/>
                    <a:pt x="1184949" y="65798"/>
                  </a:cubicBezTo>
                  <a:lnTo>
                    <a:pt x="1534784" y="1209461"/>
                  </a:lnTo>
                  <a:cubicBezTo>
                    <a:pt x="1549652" y="1258193"/>
                    <a:pt x="1522203" y="1309760"/>
                    <a:pt x="1473533" y="1324640"/>
                  </a:cubicBezTo>
                  <a:cubicBezTo>
                    <a:pt x="1464766" y="1327296"/>
                    <a:pt x="1455744" y="1328655"/>
                    <a:pt x="1446594" y="1328655"/>
                  </a:cubicBezTo>
                  <a:lnTo>
                    <a:pt x="90718" y="1328655"/>
                  </a:lnTo>
                  <a:cubicBezTo>
                    <a:pt x="39762" y="1328630"/>
                    <a:pt x="-1537" y="1287306"/>
                    <a:pt x="-1537" y="1236349"/>
                  </a:cubicBezTo>
                  <a:cubicBezTo>
                    <a:pt x="-1537" y="1227238"/>
                    <a:pt x="-140" y="1218178"/>
                    <a:pt x="2530" y="1209461"/>
                  </a:cubicBezTo>
                  <a:lnTo>
                    <a:pt x="352490" y="65798"/>
                  </a:lnTo>
                  <a:cubicBezTo>
                    <a:pt x="364308" y="27218"/>
                    <a:pt x="399761" y="799"/>
                    <a:pt x="440171" y="609"/>
                  </a:cubicBezTo>
                  <a:close/>
                </a:path>
              </a:pathLst>
            </a:custGeom>
            <a:noFill/>
            <a:ln w="6350" cap="flat">
              <a:solidFill>
                <a:schemeClr val="accent1"/>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303206825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1462C-09A3-385E-08F4-81163438E3AD}"/>
              </a:ext>
            </a:extLst>
          </p:cNvPr>
          <p:cNvSpPr>
            <a:spLocks noGrp="1"/>
          </p:cNvSpPr>
          <p:nvPr>
            <p:ph type="title"/>
          </p:nvPr>
        </p:nvSpPr>
        <p:spPr>
          <a:xfrm>
            <a:off x="588263" y="457200"/>
            <a:ext cx="11018520" cy="492443"/>
          </a:xfrm>
        </p:spPr>
        <p:txBody>
          <a:bodyPr/>
          <a:lstStyle/>
          <a:p>
            <a:r>
              <a:rPr lang="en-US" sz="3200"/>
              <a:t>Discuss these career development options with your manager</a:t>
            </a:r>
          </a:p>
        </p:txBody>
      </p:sp>
      <p:pic>
        <p:nvPicPr>
          <p:cNvPr id="4" name="Picture 3">
            <a:extLst>
              <a:ext uri="{FF2B5EF4-FFF2-40B4-BE49-F238E27FC236}">
                <a16:creationId xmlns:a16="http://schemas.microsoft.com/office/drawing/2014/main" id="{B832BA79-292A-9881-293D-8616E4888119}"/>
              </a:ext>
            </a:extLst>
          </p:cNvPr>
          <p:cNvPicPr>
            <a:picLocks noChangeAspect="1"/>
          </p:cNvPicPr>
          <p:nvPr/>
        </p:nvPicPr>
        <p:blipFill rotWithShape="1">
          <a:blip r:embed="rId2"/>
          <a:srcRect l="13437" t="2870" r="14049" b="8362"/>
          <a:stretch/>
        </p:blipFill>
        <p:spPr>
          <a:xfrm>
            <a:off x="543865" y="1931807"/>
            <a:ext cx="5115859" cy="4650743"/>
          </a:xfrm>
          <a:prstGeom prst="rect">
            <a:avLst/>
          </a:prstGeom>
        </p:spPr>
      </p:pic>
      <p:pic>
        <p:nvPicPr>
          <p:cNvPr id="6" name="Picture 5">
            <a:extLst>
              <a:ext uri="{FF2B5EF4-FFF2-40B4-BE49-F238E27FC236}">
                <a16:creationId xmlns:a16="http://schemas.microsoft.com/office/drawing/2014/main" id="{DE43A6B2-9FD7-E60F-C6F2-E13B44642C54}"/>
              </a:ext>
            </a:extLst>
          </p:cNvPr>
          <p:cNvPicPr>
            <a:picLocks noChangeAspect="1"/>
          </p:cNvPicPr>
          <p:nvPr/>
        </p:nvPicPr>
        <p:blipFill>
          <a:blip r:embed="rId3"/>
          <a:stretch>
            <a:fillRect/>
          </a:stretch>
        </p:blipFill>
        <p:spPr>
          <a:xfrm>
            <a:off x="6538256" y="1931807"/>
            <a:ext cx="5068527" cy="4650743"/>
          </a:xfrm>
          <a:prstGeom prst="rect">
            <a:avLst/>
          </a:prstGeom>
        </p:spPr>
      </p:pic>
      <p:sp>
        <p:nvSpPr>
          <p:cNvPr id="7" name="TextBox 6">
            <a:extLst>
              <a:ext uri="{FF2B5EF4-FFF2-40B4-BE49-F238E27FC236}">
                <a16:creationId xmlns:a16="http://schemas.microsoft.com/office/drawing/2014/main" id="{80C9A0C4-399A-3884-67BF-7C385F67E5E1}"/>
              </a:ext>
            </a:extLst>
          </p:cNvPr>
          <p:cNvSpPr txBox="1"/>
          <p:nvPr/>
        </p:nvSpPr>
        <p:spPr>
          <a:xfrm>
            <a:off x="7464702" y="1256982"/>
            <a:ext cx="3246465" cy="55399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Optimizing career check-in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000000"/>
                </a:solidFill>
                <a:effectLst/>
                <a:uLnTx/>
                <a:uFillTx/>
                <a:latin typeface="Segoe UI"/>
                <a:ea typeface="+mn-ea"/>
                <a:cs typeface="+mn-cs"/>
              </a:rPr>
              <a:t>Timely  *   Meaningful  *   Energizing</a:t>
            </a:r>
            <a:endParaRPr kumimoji="0" lang="en-US" sz="2000" b="0" i="1" u="none" strike="noStrike" kern="1200" cap="none" spc="0" normalizeH="0" baseline="0" noProof="0">
              <a:ln>
                <a:noFill/>
              </a:ln>
              <a:solidFill>
                <a:srgbClr val="000000"/>
              </a:solidFill>
              <a:effectLst/>
              <a:uLnTx/>
              <a:uFillTx/>
              <a:latin typeface="Segoe UI"/>
              <a:ea typeface="+mn-ea"/>
              <a:cs typeface="+mn-cs"/>
            </a:endParaRPr>
          </a:p>
        </p:txBody>
      </p:sp>
      <p:sp>
        <p:nvSpPr>
          <p:cNvPr id="11" name="TextBox 10">
            <a:extLst>
              <a:ext uri="{FF2B5EF4-FFF2-40B4-BE49-F238E27FC236}">
                <a16:creationId xmlns:a16="http://schemas.microsoft.com/office/drawing/2014/main" id="{8033C438-D20F-BFED-FABC-8705FC22E0B0}"/>
              </a:ext>
            </a:extLst>
          </p:cNvPr>
          <p:cNvSpPr txBox="1"/>
          <p:nvPr/>
        </p:nvSpPr>
        <p:spPr>
          <a:xfrm>
            <a:off x="1401482" y="1256982"/>
            <a:ext cx="3391891" cy="61555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Career development solutions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 </a:t>
            </a:r>
            <a:r>
              <a:rPr kumimoji="0" lang="en-US" sz="1600" b="0" i="1" u="none" strike="noStrike" kern="1200" cap="none" spc="0" normalizeH="0" baseline="0" noProof="0">
                <a:ln>
                  <a:noFill/>
                </a:ln>
                <a:solidFill>
                  <a:srgbClr val="000000"/>
                </a:solidFill>
                <a:effectLst/>
                <a:uLnTx/>
                <a:uFillTx/>
                <a:latin typeface="Segoe UI"/>
                <a:ea typeface="+mn-ea"/>
                <a:cs typeface="+mn-cs"/>
              </a:rPr>
              <a:t>Broad spectrum of options</a:t>
            </a:r>
            <a:endParaRPr kumimoji="0" lang="en-US" sz="20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1141060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rrow: Left 37">
            <a:extLst>
              <a:ext uri="{FF2B5EF4-FFF2-40B4-BE49-F238E27FC236}">
                <a16:creationId xmlns:a16="http://schemas.microsoft.com/office/drawing/2014/main" id="{6D521473-FDAB-D363-EE57-8733E0642F86}"/>
              </a:ext>
            </a:extLst>
          </p:cNvPr>
          <p:cNvSpPr/>
          <p:nvPr/>
        </p:nvSpPr>
        <p:spPr bwMode="auto">
          <a:xfrm>
            <a:off x="4332904" y="5039246"/>
            <a:ext cx="978408" cy="484632"/>
          </a:xfrm>
          <a:prstGeom prst="lef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0" name="Arrow: Left 39">
            <a:extLst>
              <a:ext uri="{FF2B5EF4-FFF2-40B4-BE49-F238E27FC236}">
                <a16:creationId xmlns:a16="http://schemas.microsoft.com/office/drawing/2014/main" id="{29C8DC12-C6F2-EADF-1D25-A6480821A41A}"/>
              </a:ext>
            </a:extLst>
          </p:cNvPr>
          <p:cNvSpPr/>
          <p:nvPr/>
        </p:nvSpPr>
        <p:spPr bwMode="auto">
          <a:xfrm rot="5400000">
            <a:off x="5845775" y="4471440"/>
            <a:ext cx="978408" cy="484632"/>
          </a:xfrm>
          <a:prstGeom prst="lef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FEBB418A-D61D-C157-1E28-785B6BC3B07B}"/>
              </a:ext>
            </a:extLst>
          </p:cNvPr>
          <p:cNvSpPr>
            <a:spLocks noGrp="1"/>
          </p:cNvSpPr>
          <p:nvPr>
            <p:ph type="title"/>
          </p:nvPr>
        </p:nvSpPr>
        <p:spPr>
          <a:xfrm>
            <a:off x="559495" y="73190"/>
            <a:ext cx="11018520" cy="553998"/>
          </a:xfrm>
        </p:spPr>
        <p:txBody>
          <a:bodyPr/>
          <a:lstStyle/>
          <a:p>
            <a:r>
              <a:rPr lang="en-US"/>
              <a:t>Career Development Plans &amp; Talent Profiles</a:t>
            </a:r>
          </a:p>
        </p:txBody>
      </p:sp>
      <p:sp>
        <p:nvSpPr>
          <p:cNvPr id="3" name="Text Placeholder 2">
            <a:extLst>
              <a:ext uri="{FF2B5EF4-FFF2-40B4-BE49-F238E27FC236}">
                <a16:creationId xmlns:a16="http://schemas.microsoft.com/office/drawing/2014/main" id="{8E045AD0-CB40-FF03-CA9E-19FBBDD15E12}"/>
              </a:ext>
            </a:extLst>
          </p:cNvPr>
          <p:cNvSpPr>
            <a:spLocks noGrp="1"/>
          </p:cNvSpPr>
          <p:nvPr>
            <p:ph type="body" sz="quarter" idx="16"/>
          </p:nvPr>
        </p:nvSpPr>
        <p:spPr>
          <a:xfrm>
            <a:off x="585217" y="836571"/>
            <a:ext cx="3264408" cy="1092607"/>
          </a:xfrm>
        </p:spPr>
        <p:txBody>
          <a:bodyPr/>
          <a:lstStyle/>
          <a:p>
            <a:pPr algn="ctr"/>
            <a:r>
              <a:rPr lang="en-US" sz="1800" dirty="0"/>
              <a:t>Self Reflection Resources – </a:t>
            </a:r>
            <a:r>
              <a:rPr lang="en-US" sz="1800" dirty="0">
                <a:solidFill>
                  <a:srgbClr val="FF0000"/>
                </a:solidFill>
              </a:rPr>
              <a:t>optional (leverage for support)</a:t>
            </a:r>
          </a:p>
          <a:p>
            <a:pPr>
              <a:spcBef>
                <a:spcPts val="600"/>
              </a:spcBef>
            </a:pPr>
            <a:r>
              <a:rPr lang="en-US" sz="1000" dirty="0">
                <a:latin typeface="+mn-lt"/>
              </a:rPr>
              <a:t>Great questions to ask yourself before you complete your Talent Profile, particularly if you are new to Microsoft, early in career, or never created a development plan. </a:t>
            </a:r>
          </a:p>
        </p:txBody>
      </p:sp>
      <p:sp>
        <p:nvSpPr>
          <p:cNvPr id="5" name="Text Placeholder 4">
            <a:extLst>
              <a:ext uri="{FF2B5EF4-FFF2-40B4-BE49-F238E27FC236}">
                <a16:creationId xmlns:a16="http://schemas.microsoft.com/office/drawing/2014/main" id="{07C4CF21-B7FE-A9EB-7556-09416DCBE44C}"/>
              </a:ext>
            </a:extLst>
          </p:cNvPr>
          <p:cNvSpPr>
            <a:spLocks noGrp="1"/>
          </p:cNvSpPr>
          <p:nvPr>
            <p:ph type="body" sz="quarter" idx="17"/>
          </p:nvPr>
        </p:nvSpPr>
        <p:spPr>
          <a:xfrm>
            <a:off x="4628933" y="836571"/>
            <a:ext cx="3264408" cy="815608"/>
          </a:xfrm>
        </p:spPr>
        <p:txBody>
          <a:bodyPr/>
          <a:lstStyle/>
          <a:p>
            <a:pPr algn="ctr"/>
            <a:r>
              <a:rPr lang="en-US" sz="1800" dirty="0"/>
              <a:t>Talent Profile - </a:t>
            </a:r>
            <a:r>
              <a:rPr lang="en-US" sz="1800" dirty="0">
                <a:solidFill>
                  <a:srgbClr val="FF0000"/>
                </a:solidFill>
              </a:rPr>
              <a:t>mandatory</a:t>
            </a:r>
          </a:p>
          <a:p>
            <a:pPr>
              <a:spcBef>
                <a:spcPts val="600"/>
              </a:spcBef>
            </a:pPr>
            <a:r>
              <a:rPr lang="en-US" sz="1000" dirty="0">
                <a:latin typeface="+mn-lt"/>
              </a:rPr>
              <a:t>A one-page self-marketing tool you can share with leaders when interested in a role, seeking a mentor. HR uses this format to share info about talent. </a:t>
            </a:r>
            <a:endParaRPr lang="en-US" sz="900" dirty="0">
              <a:latin typeface="+mn-lt"/>
            </a:endParaRPr>
          </a:p>
        </p:txBody>
      </p:sp>
      <p:sp>
        <p:nvSpPr>
          <p:cNvPr id="7" name="Text Placeholder 6">
            <a:extLst>
              <a:ext uri="{FF2B5EF4-FFF2-40B4-BE49-F238E27FC236}">
                <a16:creationId xmlns:a16="http://schemas.microsoft.com/office/drawing/2014/main" id="{B1A0906D-9963-0E70-E77C-916F1B8E76AB}"/>
              </a:ext>
            </a:extLst>
          </p:cNvPr>
          <p:cNvSpPr>
            <a:spLocks noGrp="1"/>
          </p:cNvSpPr>
          <p:nvPr>
            <p:ph type="body" sz="quarter" idx="18"/>
          </p:nvPr>
        </p:nvSpPr>
        <p:spPr>
          <a:xfrm>
            <a:off x="8616365" y="836571"/>
            <a:ext cx="3264408" cy="1215717"/>
          </a:xfrm>
        </p:spPr>
        <p:txBody>
          <a:bodyPr/>
          <a:lstStyle/>
          <a:p>
            <a:pPr algn="ctr"/>
            <a:r>
              <a:rPr lang="en-US" sz="1800" dirty="0"/>
              <a:t>Leader Development &amp; Experience Plan </a:t>
            </a:r>
            <a:r>
              <a:rPr lang="en-US" sz="1800" dirty="0">
                <a:solidFill>
                  <a:srgbClr val="FF0000"/>
                </a:solidFill>
              </a:rPr>
              <a:t>for L68+ </a:t>
            </a:r>
            <a:r>
              <a:rPr lang="en-US" sz="1800" dirty="0"/>
              <a:t>- </a:t>
            </a:r>
            <a:r>
              <a:rPr lang="en-US" sz="1800" dirty="0">
                <a:solidFill>
                  <a:srgbClr val="FF0000"/>
                </a:solidFill>
              </a:rPr>
              <a:t>mandatory</a:t>
            </a:r>
          </a:p>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A one-page plan shared with Deb, Judson, HR and, in some instances, Microsoft SLT.</a:t>
            </a:r>
            <a:endParaRPr kumimoji="0" lang="en-US" sz="9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pic>
        <p:nvPicPr>
          <p:cNvPr id="14" name="Picture 13">
            <a:extLst>
              <a:ext uri="{FF2B5EF4-FFF2-40B4-BE49-F238E27FC236}">
                <a16:creationId xmlns:a16="http://schemas.microsoft.com/office/drawing/2014/main" id="{C4D7EA4C-3CE6-3136-FC77-E801240E91A4}"/>
              </a:ext>
            </a:extLst>
          </p:cNvPr>
          <p:cNvPicPr>
            <a:picLocks noChangeAspect="1"/>
          </p:cNvPicPr>
          <p:nvPr/>
        </p:nvPicPr>
        <p:blipFill>
          <a:blip r:embed="rId3"/>
          <a:stretch>
            <a:fillRect/>
          </a:stretch>
        </p:blipFill>
        <p:spPr>
          <a:xfrm>
            <a:off x="559496" y="1898272"/>
            <a:ext cx="3289007" cy="2101707"/>
          </a:xfrm>
          <a:prstGeom prst="rect">
            <a:avLst/>
          </a:prstGeom>
          <a:solidFill>
            <a:schemeClr val="bg2"/>
          </a:solidFill>
          <a:ln>
            <a:solidFill>
              <a:srgbClr val="00B050"/>
            </a:solidFill>
          </a:ln>
          <a:effectLst>
            <a:outerShdw blurRad="50800" dist="38100" dir="8100000" algn="tr" rotWithShape="0">
              <a:prstClr val="black">
                <a:alpha val="40000"/>
              </a:prstClr>
            </a:outerShdw>
          </a:effectLst>
        </p:spPr>
      </p:pic>
      <p:sp>
        <p:nvSpPr>
          <p:cNvPr id="15" name="TextBox 14">
            <a:extLst>
              <a:ext uri="{FF2B5EF4-FFF2-40B4-BE49-F238E27FC236}">
                <a16:creationId xmlns:a16="http://schemas.microsoft.com/office/drawing/2014/main" id="{3D37DD16-6B2B-F21D-4877-5F5AFF7DB4CF}"/>
              </a:ext>
            </a:extLst>
          </p:cNvPr>
          <p:cNvSpPr txBox="1"/>
          <p:nvPr/>
        </p:nvSpPr>
        <p:spPr>
          <a:xfrm>
            <a:off x="2054638" y="3924704"/>
            <a:ext cx="253274"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8575"/>
                </a:solidFill>
                <a:effectLst/>
                <a:uLnTx/>
                <a:uFillTx/>
                <a:latin typeface="Segoe UI"/>
                <a:ea typeface="+mn-ea"/>
                <a:cs typeface="+mn-cs"/>
              </a:rPr>
              <a:t>+</a:t>
            </a:r>
          </a:p>
        </p:txBody>
      </p:sp>
      <p:pic>
        <p:nvPicPr>
          <p:cNvPr id="17" name="Picture 16">
            <a:extLst>
              <a:ext uri="{FF2B5EF4-FFF2-40B4-BE49-F238E27FC236}">
                <a16:creationId xmlns:a16="http://schemas.microsoft.com/office/drawing/2014/main" id="{9EC9BB44-3621-0B34-6792-565E4883E695}"/>
              </a:ext>
            </a:extLst>
          </p:cNvPr>
          <p:cNvPicPr>
            <a:picLocks noChangeAspect="1"/>
          </p:cNvPicPr>
          <p:nvPr/>
        </p:nvPicPr>
        <p:blipFill>
          <a:blip r:embed="rId4"/>
          <a:stretch>
            <a:fillRect/>
          </a:stretch>
        </p:blipFill>
        <p:spPr>
          <a:xfrm>
            <a:off x="4437681" y="1956136"/>
            <a:ext cx="3673343" cy="1985977"/>
          </a:xfrm>
          <a:prstGeom prst="rect">
            <a:avLst/>
          </a:prstGeom>
          <a:ln>
            <a:solidFill>
              <a:srgbClr val="0070C0"/>
            </a:solidFill>
          </a:ln>
          <a:effectLst>
            <a:outerShdw blurRad="50800" dist="38100" dir="8100000" algn="tr" rotWithShape="0">
              <a:prstClr val="black">
                <a:alpha val="40000"/>
              </a:prstClr>
            </a:outerShdw>
          </a:effectLst>
        </p:spPr>
      </p:pic>
      <p:pic>
        <p:nvPicPr>
          <p:cNvPr id="19" name="Picture 18">
            <a:extLst>
              <a:ext uri="{FF2B5EF4-FFF2-40B4-BE49-F238E27FC236}">
                <a16:creationId xmlns:a16="http://schemas.microsoft.com/office/drawing/2014/main" id="{A5C8F09B-A99E-CFA5-C4F6-FE15F8C9FC04}"/>
              </a:ext>
            </a:extLst>
          </p:cNvPr>
          <p:cNvPicPr>
            <a:picLocks noChangeAspect="1"/>
          </p:cNvPicPr>
          <p:nvPr/>
        </p:nvPicPr>
        <p:blipFill>
          <a:blip r:embed="rId5"/>
          <a:stretch>
            <a:fillRect/>
          </a:stretch>
        </p:blipFill>
        <p:spPr>
          <a:xfrm>
            <a:off x="8681820" y="1956136"/>
            <a:ext cx="3118556" cy="4390295"/>
          </a:xfrm>
          <a:prstGeom prst="rect">
            <a:avLst/>
          </a:prstGeom>
          <a:ln>
            <a:solidFill>
              <a:srgbClr val="002060"/>
            </a:solidFill>
          </a:ln>
          <a:effectLst>
            <a:outerShdw blurRad="50800" dist="38100" dir="8100000" algn="tr" rotWithShape="0">
              <a:prstClr val="black">
                <a:alpha val="40000"/>
              </a:prstClr>
            </a:outerShdw>
          </a:effectLst>
        </p:spPr>
      </p:pic>
      <p:sp>
        <p:nvSpPr>
          <p:cNvPr id="21" name="TextBox 20">
            <a:extLst>
              <a:ext uri="{FF2B5EF4-FFF2-40B4-BE49-F238E27FC236}">
                <a16:creationId xmlns:a16="http://schemas.microsoft.com/office/drawing/2014/main" id="{DE0F0B95-17B6-201B-6890-C61E86F39BB1}"/>
              </a:ext>
            </a:extLst>
          </p:cNvPr>
          <p:cNvSpPr txBox="1"/>
          <p:nvPr/>
        </p:nvSpPr>
        <p:spPr>
          <a:xfrm>
            <a:off x="8763647" y="5857813"/>
            <a:ext cx="2926080" cy="276999"/>
          </a:xfrm>
          <a:prstGeom prst="rect">
            <a:avLst/>
          </a:prstGeom>
          <a:solidFill>
            <a:schemeClr val="bg2"/>
          </a:solidFill>
          <a:ln>
            <a:solidFill>
              <a:srgbClr val="00206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mn-cs"/>
                <a:hlinkClick r:id="rId6"/>
              </a:rPr>
              <a:t>Microsoft L68+ Development Plan.docx</a:t>
            </a:r>
            <a:endParaRPr kumimoji="0" lang="en-US" sz="1200" b="0" i="0" u="none" strike="noStrike" kern="1200" cap="none" spc="0" normalizeH="0" baseline="0" noProof="0">
              <a:ln>
                <a:noFill/>
              </a:ln>
              <a:solidFill>
                <a:srgbClr val="000000"/>
              </a:solidFill>
              <a:effectLst/>
              <a:uLnTx/>
              <a:uFillTx/>
              <a:latin typeface="Segoe UI"/>
              <a:ea typeface="+mn-ea"/>
              <a:cs typeface="+mn-cs"/>
            </a:endParaRPr>
          </a:p>
        </p:txBody>
      </p:sp>
      <p:sp>
        <p:nvSpPr>
          <p:cNvPr id="23" name="TextBox 22">
            <a:extLst>
              <a:ext uri="{FF2B5EF4-FFF2-40B4-BE49-F238E27FC236}">
                <a16:creationId xmlns:a16="http://schemas.microsoft.com/office/drawing/2014/main" id="{46B2DBA4-2F7E-1BB4-1D21-DC5C40CD1D6E}"/>
              </a:ext>
            </a:extLst>
          </p:cNvPr>
          <p:cNvSpPr txBox="1"/>
          <p:nvPr/>
        </p:nvSpPr>
        <p:spPr>
          <a:xfrm>
            <a:off x="591285" y="3542541"/>
            <a:ext cx="3200400" cy="276999"/>
          </a:xfrm>
          <a:prstGeom prst="rect">
            <a:avLst/>
          </a:prstGeom>
          <a:solidFill>
            <a:schemeClr val="bg2"/>
          </a:solidFill>
          <a:ln>
            <a:solidFill>
              <a:srgbClr val="00206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0C0"/>
                </a:solidFill>
                <a:effectLst/>
                <a:uLnTx/>
                <a:uFillTx/>
                <a:latin typeface="Segoe UI"/>
                <a:ea typeface="+mn-ea"/>
                <a:cs typeface="+mn-cs"/>
              </a:rPr>
              <a:t>https://aka.ms/careercheckinsselfreflection</a:t>
            </a:r>
          </a:p>
        </p:txBody>
      </p:sp>
      <p:pic>
        <p:nvPicPr>
          <p:cNvPr id="12" name="Picture 11">
            <a:extLst>
              <a:ext uri="{FF2B5EF4-FFF2-40B4-BE49-F238E27FC236}">
                <a16:creationId xmlns:a16="http://schemas.microsoft.com/office/drawing/2014/main" id="{51EBDD62-9B16-09ED-B53F-C077F23CEE7C}"/>
              </a:ext>
            </a:extLst>
          </p:cNvPr>
          <p:cNvPicPr>
            <a:picLocks noChangeAspect="1"/>
          </p:cNvPicPr>
          <p:nvPr/>
        </p:nvPicPr>
        <p:blipFill rotWithShape="1">
          <a:blip r:embed="rId7"/>
          <a:srcRect l="75304"/>
          <a:stretch/>
        </p:blipFill>
        <p:spPr>
          <a:xfrm>
            <a:off x="2250450" y="4538319"/>
            <a:ext cx="1675167" cy="2177621"/>
          </a:xfrm>
          <a:prstGeom prst="rect">
            <a:avLst/>
          </a:prstGeom>
          <a:ln>
            <a:solidFill>
              <a:srgbClr val="00B050"/>
            </a:solidFill>
          </a:ln>
        </p:spPr>
      </p:pic>
      <p:pic>
        <p:nvPicPr>
          <p:cNvPr id="29" name="Picture 28">
            <a:extLst>
              <a:ext uri="{FF2B5EF4-FFF2-40B4-BE49-F238E27FC236}">
                <a16:creationId xmlns:a16="http://schemas.microsoft.com/office/drawing/2014/main" id="{5D9541E1-3CAC-84F9-3A4D-0C6FB8C42067}"/>
              </a:ext>
            </a:extLst>
          </p:cNvPr>
          <p:cNvPicPr>
            <a:picLocks noChangeAspect="1"/>
          </p:cNvPicPr>
          <p:nvPr/>
        </p:nvPicPr>
        <p:blipFill rotWithShape="1">
          <a:blip r:embed="rId7"/>
          <a:srcRect l="50165" r="25166"/>
          <a:stretch/>
        </p:blipFill>
        <p:spPr>
          <a:xfrm>
            <a:off x="1636826" y="4446955"/>
            <a:ext cx="1673327" cy="2177621"/>
          </a:xfrm>
          <a:prstGeom prst="rect">
            <a:avLst/>
          </a:prstGeom>
          <a:ln>
            <a:solidFill>
              <a:srgbClr val="00B050"/>
            </a:solidFill>
          </a:ln>
        </p:spPr>
      </p:pic>
      <p:pic>
        <p:nvPicPr>
          <p:cNvPr id="10" name="Picture 9">
            <a:extLst>
              <a:ext uri="{FF2B5EF4-FFF2-40B4-BE49-F238E27FC236}">
                <a16:creationId xmlns:a16="http://schemas.microsoft.com/office/drawing/2014/main" id="{88E456B3-5635-F175-D34A-0262C498E841}"/>
              </a:ext>
            </a:extLst>
          </p:cNvPr>
          <p:cNvPicPr>
            <a:picLocks noChangeAspect="1"/>
          </p:cNvPicPr>
          <p:nvPr/>
        </p:nvPicPr>
        <p:blipFill rotWithShape="1">
          <a:blip r:embed="rId7"/>
          <a:srcRect l="25139" r="50165"/>
          <a:stretch/>
        </p:blipFill>
        <p:spPr>
          <a:xfrm>
            <a:off x="999915" y="4347931"/>
            <a:ext cx="1675167" cy="2177621"/>
          </a:xfrm>
          <a:prstGeom prst="rect">
            <a:avLst/>
          </a:prstGeom>
          <a:ln>
            <a:solidFill>
              <a:srgbClr val="00B050"/>
            </a:solidFill>
          </a:ln>
          <a:effectLst>
            <a:outerShdw blurRad="50800" dist="38100" dir="8100000" algn="tr" rotWithShape="0">
              <a:prstClr val="black">
                <a:alpha val="40000"/>
              </a:prstClr>
            </a:outerShdw>
          </a:effectLst>
        </p:spPr>
      </p:pic>
      <p:pic>
        <p:nvPicPr>
          <p:cNvPr id="27" name="Picture 26">
            <a:extLst>
              <a:ext uri="{FF2B5EF4-FFF2-40B4-BE49-F238E27FC236}">
                <a16:creationId xmlns:a16="http://schemas.microsoft.com/office/drawing/2014/main" id="{C4E94A2F-F04F-036B-5DB5-E0C28DD60891}"/>
              </a:ext>
            </a:extLst>
          </p:cNvPr>
          <p:cNvPicPr>
            <a:picLocks noChangeAspect="1"/>
          </p:cNvPicPr>
          <p:nvPr/>
        </p:nvPicPr>
        <p:blipFill rotWithShape="1">
          <a:blip r:embed="rId7"/>
          <a:srcRect r="75304"/>
          <a:stretch/>
        </p:blipFill>
        <p:spPr>
          <a:xfrm>
            <a:off x="375060" y="4230529"/>
            <a:ext cx="1675167" cy="2177621"/>
          </a:xfrm>
          <a:prstGeom prst="rect">
            <a:avLst/>
          </a:prstGeom>
          <a:ln>
            <a:solidFill>
              <a:srgbClr val="00B050"/>
            </a:solidFill>
          </a:ln>
          <a:effectLst>
            <a:outerShdw blurRad="50800" dist="38100" dir="8100000" algn="tr" rotWithShape="0">
              <a:prstClr val="black">
                <a:alpha val="40000"/>
              </a:prstClr>
            </a:outerShdw>
          </a:effectLst>
        </p:spPr>
      </p:pic>
      <p:sp>
        <p:nvSpPr>
          <p:cNvPr id="25" name="TextBox 24">
            <a:extLst>
              <a:ext uri="{FF2B5EF4-FFF2-40B4-BE49-F238E27FC236}">
                <a16:creationId xmlns:a16="http://schemas.microsoft.com/office/drawing/2014/main" id="{8F78A69C-7052-45A7-B17A-A525543A61EC}"/>
              </a:ext>
            </a:extLst>
          </p:cNvPr>
          <p:cNvSpPr txBox="1"/>
          <p:nvPr/>
        </p:nvSpPr>
        <p:spPr>
          <a:xfrm>
            <a:off x="572784" y="5982484"/>
            <a:ext cx="3216982" cy="276999"/>
          </a:xfrm>
          <a:prstGeom prst="rect">
            <a:avLst/>
          </a:prstGeom>
          <a:solidFill>
            <a:schemeClr val="bg2"/>
          </a:solidFill>
          <a:ln>
            <a:solidFill>
              <a:srgbClr val="00206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0C0"/>
                </a:solidFill>
                <a:effectLst/>
                <a:uLnTx/>
                <a:uFillTx/>
                <a:latin typeface="Segoe UI"/>
                <a:ea typeface="+mn-ea"/>
                <a:cs typeface="+mn-cs"/>
              </a:rPr>
              <a:t>https://aka.ms/careerdevelopmentplan</a:t>
            </a:r>
          </a:p>
        </p:txBody>
      </p:sp>
      <p:sp>
        <p:nvSpPr>
          <p:cNvPr id="42" name="Arrow: Left 41">
            <a:extLst>
              <a:ext uri="{FF2B5EF4-FFF2-40B4-BE49-F238E27FC236}">
                <a16:creationId xmlns:a16="http://schemas.microsoft.com/office/drawing/2014/main" id="{E5AA6796-0BAA-46FB-E3AE-B0D4A04A539C}"/>
              </a:ext>
            </a:extLst>
          </p:cNvPr>
          <p:cNvSpPr/>
          <p:nvPr/>
        </p:nvSpPr>
        <p:spPr bwMode="auto">
          <a:xfrm rot="10800000">
            <a:off x="7344034" y="5039246"/>
            <a:ext cx="978408" cy="484632"/>
          </a:xfrm>
          <a:prstGeom prst="lef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3" name="Rectangle: Rounded Corners 32">
            <a:extLst>
              <a:ext uri="{FF2B5EF4-FFF2-40B4-BE49-F238E27FC236}">
                <a16:creationId xmlns:a16="http://schemas.microsoft.com/office/drawing/2014/main" id="{B4E61128-1A08-03F5-BB07-06AD93E458E0}"/>
              </a:ext>
            </a:extLst>
          </p:cNvPr>
          <p:cNvSpPr/>
          <p:nvPr/>
        </p:nvSpPr>
        <p:spPr bwMode="auto">
          <a:xfrm>
            <a:off x="4737058" y="4663749"/>
            <a:ext cx="3146728" cy="1646500"/>
          </a:xfrm>
          <a:prstGeom prst="roundRect">
            <a:avLst/>
          </a:prstGeom>
          <a:solidFill>
            <a:srgbClr val="0070C0"/>
          </a:solidFill>
          <a:ln>
            <a:noFill/>
            <a:headEnd type="none" w="med" len="med"/>
            <a:tailEnd type="none" w="med" len="med"/>
          </a:ln>
          <a:effectLst/>
          <a:scene3d>
            <a:camera prst="orthographicFront"/>
            <a:lightRig rig="threePt" dir="t"/>
          </a:scene3d>
          <a:sp3d>
            <a:bevelT w="165100" prst="coolSlant"/>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2" name="TextBox 31">
            <a:extLst>
              <a:ext uri="{FF2B5EF4-FFF2-40B4-BE49-F238E27FC236}">
                <a16:creationId xmlns:a16="http://schemas.microsoft.com/office/drawing/2014/main" id="{DF276A00-5C4C-C5D6-5F17-949EB4DD69C5}"/>
              </a:ext>
            </a:extLst>
          </p:cNvPr>
          <p:cNvSpPr txBox="1"/>
          <p:nvPr/>
        </p:nvSpPr>
        <p:spPr>
          <a:xfrm>
            <a:off x="4803554" y="5570053"/>
            <a:ext cx="3013737" cy="430887"/>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Review with your manager, mentor(s), HRBP, Talent Manager</a:t>
            </a:r>
          </a:p>
        </p:txBody>
      </p:sp>
      <p:pic>
        <p:nvPicPr>
          <p:cNvPr id="35" name="Graphic 34" descr="Boardroom with solid fill">
            <a:extLst>
              <a:ext uri="{FF2B5EF4-FFF2-40B4-BE49-F238E27FC236}">
                <a16:creationId xmlns:a16="http://schemas.microsoft.com/office/drawing/2014/main" id="{8F0266C3-1F19-7A6B-6A89-F1C4898F214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53222" y="4697779"/>
            <a:ext cx="914400" cy="914400"/>
          </a:xfrm>
          <a:prstGeom prst="rect">
            <a:avLst/>
          </a:prstGeom>
        </p:spPr>
      </p:pic>
    </p:spTree>
    <p:extLst>
      <p:ext uri="{BB962C8B-B14F-4D97-AF65-F5344CB8AC3E}">
        <p14:creationId xmlns:p14="http://schemas.microsoft.com/office/powerpoint/2010/main" val="1121542503"/>
      </p:ext>
    </p:extLst>
  </p:cSld>
  <p:clrMapOvr>
    <a:masterClrMapping/>
  </p:clrMapOvr>
  <p:transition>
    <p:fade/>
  </p:transition>
</p:sld>
</file>

<file path=ppt/theme/theme1.xml><?xml version="1.0" encoding="utf-8"?>
<a:theme xmlns:a="http://schemas.openxmlformats.org/drawingml/2006/main" name="4_WHITE TEMPLATE">
  <a:themeElements>
    <a:clrScheme name="Custom 8">
      <a:dk1>
        <a:srgbClr val="505050"/>
      </a:dk1>
      <a:lt1>
        <a:srgbClr val="FFFFFF"/>
      </a:lt1>
      <a:dk2>
        <a:srgbClr val="002050"/>
      </a:dk2>
      <a:lt2>
        <a:srgbClr val="00BCF2"/>
      </a:lt2>
      <a:accent1>
        <a:srgbClr val="002050"/>
      </a:accent1>
      <a:accent2>
        <a:srgbClr val="B4009E"/>
      </a:accent2>
      <a:accent3>
        <a:srgbClr val="0078D7"/>
      </a:accent3>
      <a:accent4>
        <a:srgbClr val="5C2D91"/>
      </a:accent4>
      <a:accent5>
        <a:srgbClr val="107C10"/>
      </a:accent5>
      <a:accent6>
        <a:srgbClr val="D83B01"/>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_Business_DARK_BLUE_1.potx" id="{D492926E-EC08-4AFD-807A-4127C70CFD99}" vid="{4C9C3234-2339-4DAF-A47B-F3F7479B742D}"/>
    </a:ext>
  </a:extLst>
</a:theme>
</file>

<file path=ppt/theme/theme2.xml><?xml version="1.0" encoding="utf-8"?>
<a:theme xmlns:a="http://schemas.openxmlformats.org/drawingml/2006/main" name="MS_White-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S_White-Template" id="{FF0426A1-BCB6-4996-8E05-083F1CCFB8EA}" vid="{67CDD0AA-D649-47F3-B98C-3A8BD0B989A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TotalTime>
  <Words>1605</Words>
  <Application>Microsoft Office PowerPoint</Application>
  <PresentationFormat>Widescreen</PresentationFormat>
  <Paragraphs>276</Paragraphs>
  <Slides>8</Slides>
  <Notes>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8</vt:i4>
      </vt:variant>
    </vt:vector>
  </HeadingPairs>
  <TitlesOfParts>
    <vt:vector size="20" baseType="lpstr">
      <vt:lpstr>Arial</vt:lpstr>
      <vt:lpstr>Calibri</vt:lpstr>
      <vt:lpstr>Consolas</vt:lpstr>
      <vt:lpstr>Segoe Pro Light</vt:lpstr>
      <vt:lpstr>Segoe UI</vt:lpstr>
      <vt:lpstr>Segoe UI Light</vt:lpstr>
      <vt:lpstr>Segoe UI Semibold</vt:lpstr>
      <vt:lpstr>Segoe UI Semilight</vt:lpstr>
      <vt:lpstr>Symbol</vt:lpstr>
      <vt:lpstr>Wingdings</vt:lpstr>
      <vt:lpstr>4_WHITE TEMPLATE</vt:lpstr>
      <vt:lpstr>MS_White-Template</vt:lpstr>
      <vt:lpstr>Career Development Resources</vt:lpstr>
      <vt:lpstr>Name (alias), Title</vt:lpstr>
      <vt:lpstr>Minnie Mouse (Minmo) – Chief Fun Officer</vt:lpstr>
      <vt:lpstr>Microsoft’s Leadership Principles &amp; Cultural Attributes</vt:lpstr>
      <vt:lpstr>Organizational Leadership Capability Areas</vt:lpstr>
      <vt:lpstr>Accountabilities &amp; Actions: Development Solutions (70:20:10)</vt:lpstr>
      <vt:lpstr>Discuss these career development options with your manager</vt:lpstr>
      <vt:lpstr>Career Development Plans &amp; Talent Profiles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 Development Resources</dc:title>
  <dc:creator>Monica Sood-Charry</dc:creator>
  <cp:lastModifiedBy>Bob Lussier</cp:lastModifiedBy>
  <cp:revision>1</cp:revision>
  <dcterms:created xsi:type="dcterms:W3CDTF">2022-08-23T13:26:59Z</dcterms:created>
  <dcterms:modified xsi:type="dcterms:W3CDTF">2022-09-19T17:19:48Z</dcterms:modified>
</cp:coreProperties>
</file>